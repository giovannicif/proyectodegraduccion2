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pieri_schedule/slideLayouts/slideLayout6.xml" ContentType="application/vnd.openxmlformats-officedocument.presentationml.slideLayout+xml"/>
  <Override PartName="/ppt/pieri_schedule/slideMasters/slideMaster1.xml" ContentType="application/vnd.openxmlformats-officedocument.presentationml.slideMaster+xml"/>
  <Override PartName="/ppt/pieri_schedule/slideMasters/theme/theme2.xml" ContentType="application/vnd.openxmlformats-officedocument.theme+xml"/>
  <Override PartName="/ppt/pieri_schedule/slideLayouts/slideLayout1.xml" ContentType="application/vnd.openxmlformats-officedocument.presentationml.slideLayout+xml"/>
  <Override PartName="/ppt/pieri_schedule/slideLayouts/slideLayout2.xml" ContentType="application/vnd.openxmlformats-officedocument.presentationml.slideLayout+xml"/>
  <Override PartName="/ppt/pieri_schedule/slideLayouts/slideLayout3.xml" ContentType="application/vnd.openxmlformats-officedocument.presentationml.slideLayout+xml"/>
  <Override PartName="/ppt/pieri_schedule/slideLayouts/slideLayout4.xml" ContentType="application/vnd.openxmlformats-officedocument.presentationml.slideLayout+xml"/>
  <Override PartName="/ppt/pieri_schedule/slideLayouts/slideLayout5.xml" ContentType="application/vnd.openxmlformats-officedocument.presentationml.slideLayout+xml"/>
  <Override PartName="/ppt/pieri_schedule/notesSlides/notesSlide1.xml" ContentType="application/vnd.openxmlformats-officedocument.presentationml.notesSlide+xml"/>
  <Override PartName="/ppt/pieri_schedule/notesSlides/notesSlide2.xml" ContentType="application/vnd.openxmlformats-officedocument.presentationml.notesSlide+xml"/>
  <Override PartName="/ppt/slides/slide15.xml" ContentType="application/vnd.openxmlformats-officedocument.presentationml.slide+xml"/>
  <Override PartName="/ppt/pieri_schedule/notesSlides/notesSlide3.xml" ContentType="application/vnd.openxmlformats-officedocument.presentationml.notesSlide+xml"/>
  <Override PartName="/ppt/slides/slide16.xml" ContentType="application/vnd.openxmlformats-officedocument.presentationml.slide+xml"/>
  <Override PartName="/ppt/pieri_schedule/notesSlides/notesSlide4.xml" ContentType="application/vnd.openxmlformats-officedocument.presentationml.notesSlide+xml"/>
  <Override PartName="/ppt/slides/slide17.xml" ContentType="application/vnd.openxmlformats-officedocument.presentationml.slide+xml"/>
  <Override PartName="/ppt/pieri_schedule/notesSlides/notesSlide5.xml" ContentType="application/vnd.openxmlformats-officedocument.presentationml.notesSlide+xml"/>
  <Override PartName="/ppt/slides/slide18.xml" ContentType="application/vnd.openxmlformats-officedocument.presentationml.slide+xml"/>
  <Override PartName="/ppt/pieri_schedule/notesSlides/notesSlide6.xml" ContentType="application/vnd.openxmlformats-officedocument.presentationml.notesSlide+xml"/>
  <Override PartName="/ppt/slides/slide19.xml" ContentType="application/vnd.openxmlformats-officedocument.presentationml.slide+xml"/>
  <Override PartName="/ppt/pieri_schedule/notesSlides/notesSlide7.xml" ContentType="application/vnd.openxmlformats-officedocument.presentationml.notesSlide+xml"/>
  <Override PartName="/ppt/slides/slide20.xml" ContentType="application/vnd.openxmlformats-officedocument.presentationml.slide+xml"/>
  <Override PartName="/ppt/pieri_schedule/notesSlides/notesSlide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embedTrueTypeFonts="1" saveSubsetFonts="1" autoCompressPictures="0">
  <p:sldMasterIdLst>
    <p:sldMasterId id="2147483648" r:id="rId1"/>
    <p:sldMasterId id="2147483649" r:id="rIdSchedule33"/>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Schedule25"/>
    <p:sldId id="269" r:id="rIdSchedule26"/>
    <p:sldId id="270" r:id="rIdSchedule27"/>
    <p:sldId id="271" r:id="rIdSchedule28"/>
    <p:sldId id="272" r:id="rIdSchedule29"/>
    <p:sldId id="273" r:id="rIdSchedule30"/>
    <p:sldId id="274" r:id="rIdSchedule31"/>
    <p:sldId id="275" r:id="rIdSchedule32"/>
  </p:sldIdLst>
  <p:notesMasterIdLst>
    <p:notesMasterId r:id="rId16"/>
  </p:notesMasterIdLst>
  <p:sldSz cx="12192000" cy="6858000"/>
  <p:notesSz cx="6858000" cy="12192000"/>
  <p:embeddedFontLst>
    <p:embeddedFont>
      <p:font typeface="Open Sans" pitchFamily="34" charset="0"/>
      <p:regular r:id="rId21"/>
      <p:bold r:id="rId22"/>
      <p:italic r:id="rId23"/>
      <p:boldItalic r:id="rId24"/>
    </p:embeddedFont>
    <p:embeddedFont>
      <p:font typeface="Montserrat"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6" Type="http://schemas.openxmlformats.org/officeDocument/2006/relationships/notesMaster" Target="notesMasters/notesMaster1.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0" Type="http://schemas.openxmlformats.org/officeDocument/2006/relationships/tableStyles" Target="tableStyles.xml" /><Relationship Id="rId21" Type="http://schemas.openxmlformats.org/officeDocument/2006/relationships/font" Target="fonts/font1.fntdata" /><Relationship Id="rId22" Type="http://schemas.openxmlformats.org/officeDocument/2006/relationships/font" Target="fonts/font2.fntdata" /><Relationship Id="rId23" Type="http://schemas.openxmlformats.org/officeDocument/2006/relationships/font" Target="fonts/font3.fntdata" /><Relationship Id="rId24" Type="http://schemas.openxmlformats.org/officeDocument/2006/relationships/font" Target="fonts/font4.fntdata" /><Relationship Id="rId25" Type="http://schemas.openxmlformats.org/officeDocument/2006/relationships/font" Target="fonts/font5.fntdata" /><Relationship Id="rId26" Type="http://schemas.openxmlformats.org/officeDocument/2006/relationships/font" Target="fonts/font6.fntdata" /><Relationship Id="rIdSchedule25" Type="http://schemas.openxmlformats.org/officeDocument/2006/relationships/slide" Target="slides/slide13.xml" /><Relationship Id="rIdSchedule26" Type="http://schemas.openxmlformats.org/officeDocument/2006/relationships/slide" Target="slides/slide14.xml" /><Relationship Id="rIdSchedule27" Type="http://schemas.openxmlformats.org/officeDocument/2006/relationships/slide" Target="slides/slide15.xml" /><Relationship Id="rIdSchedule28" Type="http://schemas.openxmlformats.org/officeDocument/2006/relationships/slide" Target="slides/slide16.xml" /><Relationship Id="rIdSchedule29" Type="http://schemas.openxmlformats.org/officeDocument/2006/relationships/slide" Target="slides/slide17.xml" /><Relationship Id="rIdSchedule30" Type="http://schemas.openxmlformats.org/officeDocument/2006/relationships/slide" Target="slides/slide18.xml" /><Relationship Id="rIdSchedule31" Type="http://schemas.openxmlformats.org/officeDocument/2006/relationships/slide" Target="slides/slide19.xml" /><Relationship Id="rIdSchedule32" Type="http://schemas.openxmlformats.org/officeDocument/2006/relationships/slide" Target="slides/slide20.xml" /><Relationship Id="rIdSchedule33" Type="http://schemas.openxmlformats.org/officeDocument/2006/relationships/slideMaster" Target="pieri_schedule/slideMasters/slide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pieri_schedule/notesSlides/_rels/notesSlide1.xml.rels><?xml version='1.0' encoding='utf-8'?>
<Relationships xmlns="http://schemas.openxmlformats.org/package/2006/relationships"><Relationship Type="http://schemas.openxmlformats.org/officeDocument/2006/relationships/slide" Target="../../slides/slide13.xml" Id="R3c88bab4ce5947ea" /><Relationship Type="http://schemas.openxmlformats.org/officeDocument/2006/relationships/notesMaster" Target="../../notesMasters/notesMaster1.xml" Id="R0e5be30b81a14ea4" /></Relationships>
</file>

<file path=ppt/pieri_schedule/notesSlides/_rels/notesSlide2.xml.rels><?xml version='1.0' encoding='utf-8'?>
<Relationships xmlns="http://schemas.openxmlformats.org/package/2006/relationships"><Relationship Type="http://schemas.openxmlformats.org/officeDocument/2006/relationships/slide" Target="../../slides/slide14.xml" Id="R680ad948bbba4c2b" /><Relationship Type="http://schemas.openxmlformats.org/officeDocument/2006/relationships/notesMaster" Target="../../notesMasters/notesMaster1.xml" Id="Rcb081da58d3e4751" /></Relationships>
</file>

<file path=ppt/pieri_schedule/notesSlides/_rels/notesSlide3.xml.rels><?xml version='1.0' encoding='utf-8'?>
<Relationships xmlns="http://schemas.openxmlformats.org/package/2006/relationships"><Relationship Type="http://schemas.openxmlformats.org/officeDocument/2006/relationships/slide" Target="../../slides/slide15.xml" Id="R66508f350f8e47cf" /><Relationship Type="http://schemas.openxmlformats.org/officeDocument/2006/relationships/notesMaster" Target="../../notesMasters/notesMaster1.xml" Id="R58f05d4fd7d44665" /></Relationships>
</file>

<file path=ppt/pieri_schedule/notesSlides/_rels/notesSlide4.xml.rels><?xml version='1.0' encoding='utf-8'?>
<Relationships xmlns="http://schemas.openxmlformats.org/package/2006/relationships"><Relationship Type="http://schemas.openxmlformats.org/officeDocument/2006/relationships/slide" Target="../../slides/slide16.xml" Id="Rc9f7730c7cc24087" /><Relationship Type="http://schemas.openxmlformats.org/officeDocument/2006/relationships/notesMaster" Target="../../notesMasters/notesMaster1.xml" Id="R9d1505621c434405" /></Relationships>
</file>

<file path=ppt/pieri_schedule/notesSlides/_rels/notesSlide5.xml.rels><?xml version='1.0' encoding='utf-8'?>
<Relationships xmlns="http://schemas.openxmlformats.org/package/2006/relationships"><Relationship Type="http://schemas.openxmlformats.org/officeDocument/2006/relationships/slide" Target="../../slides/slide17.xml" Id="Rf97493262bac43cb" /><Relationship Type="http://schemas.openxmlformats.org/officeDocument/2006/relationships/notesMaster" Target="../../notesMasters/notesMaster1.xml" Id="Rccf8eca77fc94ccf" /></Relationships>
</file>

<file path=ppt/pieri_schedule/notesSlides/_rels/notesSlide6.xml.rels><?xml version='1.0' encoding='utf-8'?>
<Relationships xmlns="http://schemas.openxmlformats.org/package/2006/relationships"><Relationship Type="http://schemas.openxmlformats.org/officeDocument/2006/relationships/slide" Target="../../slides/slide18.xml" Id="Rc2e5efc14e144df8" /><Relationship Type="http://schemas.openxmlformats.org/officeDocument/2006/relationships/notesMaster" Target="../../notesMasters/notesMaster1.xml" Id="R7ee66d4d111d4196" /></Relationships>
</file>

<file path=ppt/pieri_schedule/notesSlides/_rels/notesSlide7.xml.rels><?xml version='1.0' encoding='utf-8'?>
<Relationships xmlns="http://schemas.openxmlformats.org/package/2006/relationships"><Relationship Type="http://schemas.openxmlformats.org/officeDocument/2006/relationships/slide" Target="../../slides/slide19.xml" Id="Raa2c6cc2a7c84924" /><Relationship Type="http://schemas.openxmlformats.org/officeDocument/2006/relationships/notesMaster" Target="../../notesMasters/notesMaster1.xml" Id="Rf36b6166212247db" /></Relationships>
</file>

<file path=ppt/pieri_schedule/notesSlides/_rels/notesSlide8.xml.rels><?xml version='1.0' encoding='utf-8'?>
<Relationships xmlns="http://schemas.openxmlformats.org/package/2006/relationships"><Relationship Type="http://schemas.openxmlformats.org/officeDocument/2006/relationships/slide" Target="../../slides/slide20.xml" Id="R73be25de4562484e" /><Relationship Type="http://schemas.openxmlformats.org/officeDocument/2006/relationships/notesMaster" Target="../../notesMasters/notesMaster1.xml" Id="Rd99c509891a54054" /></Relationships>
</file>

<file path=ppt/pieri_schedule/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{"UID":"1","ID":"1","Name":"Módulo de Usuarios y Roles","OutlineLevel":"1","Start":"2026-03-16T08:00:00","Finish":"2026-04-17T17:00:00","Duration":"PT200H0M0S","PercentComplete":"0"}</a:t>
            </a:r>
          </a:p>
          <a:p xmlns:a="http://schemas.openxmlformats.org/drawingml/2006/main">
            <a:r>
              <a:t>{"UID":"8","ID":"8","Name":"Módulo de Gestión y Control de Pedidos","OutlineLevel":"1","Start":"2026-04-20T08:00:00","Finish":"2026-05-22T17:00:00","Duration":"PT200H0M0S","PercentComplete":"0"}</a:t>
            </a:r>
          </a:p>
          <a:p xmlns:a="http://schemas.openxmlformats.org/drawingml/2006/main">
            <a:r>
              <a:t>{"UID":"15","ID":"15","Name":"Módulo de Gestión Integral de Inventarios","OutlineLevel":"1","Start":"2026-05-25T08:00:00","Finish":"2026-07-03T17:00:00","Duration":"PT240H0M0S","PercentComplete":"0"}</a:t>
            </a:r>
          </a:p>
          <a:p xmlns:a="http://schemas.openxmlformats.org/drawingml/2006/main">
            <a:r>
              <a:t>{"UID":"23","ID":"23","Name":"Módulo de Control de Pagos","OutlineLevel":"1","Start":"2026-07-06T08:00:00","Finish":"2026-07-31T17:00:00","Duration":"PT160H0M0S","PercentComplete":"0"}</a:t>
            </a:r>
          </a:p>
          <a:p xmlns:a="http://schemas.openxmlformats.org/drawingml/2006/main">
            <a:r>
              <a:t>{"UID":"30","ID":"30","Name":"Módulo de Registro de Asistencia del Personal","OutlineLevel":"1","Start":"2026-08-03T08:00:00","Finish":"2026-08-28T17:00:00","Duration":"PT160H0M0S","PercentComplete":"0"}</a:t>
            </a:r>
          </a:p>
          <a:p xmlns:a="http://schemas.openxmlformats.org/drawingml/2006/main">
            <a:r>
              <a:t>{"UID":"38","ID":"38","Name":"Módulo de Reportes y Dashboard","OutlineLevel":"1","Start":"2026-08-31T08:00:00","Finish":"2026-09-25T17:00:00","Duration":"PT160H0M0S","PercentComplete":"0"}</a:t>
            </a:r>
          </a:p>
          <a:p xmlns:a="http://schemas.openxmlformats.org/drawingml/2006/main">
            <a:r>
              <a:t>{"UID":"45","ID":"45","Name":"Integración, Implementación y Entrega Final","OutlineLevel":"1","Start":"2026-09-28T08:00:00","Finish":"2026-10-09T17:00:00","Duration":"PT80H0M0S","PercentComplete":"0"}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{"UID":"2","ID":"2","Name":"Análisis de requerimientos del módulo de usuarios, roles y permisos","OutlineLevel":"2","Start":"2026-03-16T08:00:00","Finish":"2026-03-20T17:00:00","Duration":"PT40H0M0S","PercentComplete":"0"}</a:t>
            </a:r>
          </a:p>
          <a:p xmlns:a="http://schemas.openxmlformats.org/drawingml/2006/main">
            <a:r>
              <a:t>{"UID":"3","ID":"3","Name":"Diseño de tablas relacionadas con usuarios, roles, permisos y bitácora","OutlineLevel":"2","Start":"2026-03-23T08:00:00","Finish":"2026-03-27T17:00:00","Duration":"PT40H0M0S","PercentComplete":"0"}</a:t>
            </a:r>
          </a:p>
          <a:p xmlns:a="http://schemas.openxmlformats.org/drawingml/2006/main">
            <a:r>
              <a:t>{"UID":"4","ID":"4","Name":"Desarrollo de autenticación e inicio de sesión","OutlineLevel":"2","Start":"2026-03-30T08:00:00","Finish":"2026-04-03T17:00:00","Duration":"PT40H0M0S","PercentComplete":"0"}</a:t>
            </a:r>
          </a:p>
          <a:p xmlns:a="http://schemas.openxmlformats.org/drawingml/2006/main">
            <a:r>
              <a:t>{"UID":"5","ID":"5","Name":"Desarrollo de gestión de usuarios, roles y permisos","OutlineLevel":"2","Start":"2026-04-06T08:00:00","Finish":"2026-04-10T17:00:00","Duration":"PT40H0M0S","PercentComplete":"0"}</a:t>
            </a:r>
          </a:p>
          <a:p xmlns:a="http://schemas.openxmlformats.org/drawingml/2006/main">
            <a:r>
              <a:t>{"UID":"6","ID":"6","Name":"Implementación de bitácora básica de acciones","OutlineLevel":"2","Start":"2026-04-13T08:00:00","Finish":"2026-04-15T17:00:00","Duration":"PT24H0M0S","PercentComplete":"0"}</a:t>
            </a:r>
          </a:p>
          <a:p xmlns:a="http://schemas.openxmlformats.org/drawingml/2006/main">
            <a:r>
              <a:t>{"UID":"7","ID":"7","Name":"Pruebas y correcciones del módulo","OutlineLevel":"2","Start":"2026-04-16T08:00:00","Finish":"2026-04-17T17:00:00","Duration":"PT16H0M0S","PercentComplete":"0"}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{"UID":"9","ID":"9","Name":"Análisis de requerimientos del proceso de pedidos","OutlineLevel":"2","Start":"2026-04-20T08:00:00","Finish":"2026-04-24T17:00:00","Duration":"PT40H0M0S","PercentComplete":"0"}</a:t>
            </a:r>
          </a:p>
          <a:p xmlns:a="http://schemas.openxmlformats.org/drawingml/2006/main">
            <a:r>
              <a:t>{"UID":"10","ID":"10","Name":"Diseño de tablas y relaciones para pedidos y detalle de pedidos","OutlineLevel":"2","Start":"2026-04-27T08:00:00","Finish":"2026-04-30T17:00:00","Duration":"PT32H0M0S","PercentComplete":"0"}</a:t>
            </a:r>
          </a:p>
          <a:p xmlns:a="http://schemas.openxmlformats.org/drawingml/2006/main">
            <a:r>
              <a:t>{"UID":"11","ID":"11","Name":"Desarrollo del registro de pedidos","OutlineLevel":"2","Start":"2026-05-01T08:00:00","Finish":"2026-05-08T17:00:00","Duration":"PT48H0M0S","PercentComplete":"0"}</a:t>
            </a:r>
          </a:p>
          <a:p xmlns:a="http://schemas.openxmlformats.org/drawingml/2006/main">
            <a:r>
              <a:t>{"UID":"12","ID":"12","Name":"Desarrollo del flujo de estados del pedido","OutlineLevel":"2","Start":"2026-05-11T08:00:00","Finish":"2026-05-14T17:00:00","Duration":"PT32H0M0S","PercentComplete":"0"}</a:t>
            </a:r>
          </a:p>
          <a:p xmlns:a="http://schemas.openxmlformats.org/drawingml/2006/main">
            <a:r>
              <a:t>{"UID":"13","ID":"13","Name":"Desarrollo de asignación de responsable, historial y observaciones","OutlineLevel":"2","Start":"2026-05-15T08:00:00","Finish":"2026-05-19T17:00:00","Duration":"PT24H0M0S","PercentComplete":"0"}</a:t>
            </a:r>
          </a:p>
          <a:p xmlns:a="http://schemas.openxmlformats.org/drawingml/2006/main">
            <a:r>
              <a:t>{"UID":"14","ID":"14","Name":"Pruebas y correcciones del módulo","OutlineLevel":"2","Start":"2026-05-20T08:00:00","Finish":"2026-05-22T17:00:00","Duration":"PT24H0M0S","PercentComplete":"0"}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{"UID":"16","ID":"16","Name":"Análisis de requerimientos de inventario de producto terminado y materia prima","OutlineLevel":"2","Start":"2026-05-25T08:00:00","Finish":"2026-05-29T17:00:00","Duration":"PT40H0M0S","PercentComplete":"0"}</a:t>
            </a:r>
          </a:p>
          <a:p xmlns:a="http://schemas.openxmlformats.org/drawingml/2006/main">
            <a:r>
              <a:t>{"UID":"17","ID":"17","Name":"Diseño de tablas para productos terminados, insumos y movimientos","OutlineLevel":"2","Start":"2026-06-01T08:00:00","Finish":"2026-06-05T17:00:00","Duration":"PT40H0M0S","PercentComplete":"0"}</a:t>
            </a:r>
          </a:p>
          <a:p xmlns:a="http://schemas.openxmlformats.org/drawingml/2006/main">
            <a:r>
              <a:t>{"UID":"18","ID":"18","Name":"Desarrollo de registro de productos terminados","OutlineLevel":"2","Start":"2026-06-08T08:00:00","Finish":"2026-06-12T17:00:00","Duration":"PT40H0M0S","PercentComplete":"0"}</a:t>
            </a:r>
          </a:p>
          <a:p xmlns:a="http://schemas.openxmlformats.org/drawingml/2006/main">
            <a:r>
              <a:t>{"UID":"19","ID":"19","Name":"Desarrollo de registro de insumos y materia prima","OutlineLevel":"2","Start":"2026-06-15T08:00:00","Finish":"2026-06-19T17:00:00","Duration":"PT40H0M0S","PercentComplete":"0"}</a:t>
            </a:r>
          </a:p>
          <a:p xmlns:a="http://schemas.openxmlformats.org/drawingml/2006/main">
            <a:r>
              <a:t>{"UID":"20","ID":"20","Name":"Desarrollo de movimientos de inventario: entradas, salidas, ajustes y mermas","OutlineLevel":"2","Start":"2026-06-22T08:00:00","Finish":"2026-06-26T17:00:00","Duration":"PT40H0M0S","PercentComplete":"0"}</a:t>
            </a:r>
          </a:p>
          <a:p xmlns:a="http://schemas.openxmlformats.org/drawingml/2006/main">
            <a:r>
              <a:t>{"UID":"21","ID":"21","Name":"Desarrollo de stock mínimo, alertas y kardex","OutlineLevel":"2","Start":"2026-06-29T08:00:00","Finish":"2026-07-01T17:00:00","Duration":"PT24H0M0S","PercentComplete":"0"}</a:t>
            </a:r>
          </a:p>
          <a:p xmlns:a="http://schemas.openxmlformats.org/drawingml/2006/main">
            <a:r>
              <a:t>{"UID":"22","ID":"22","Name":"Pruebas y correcciones del módulo","OutlineLevel":"2","Start":"2026-07-02T08:00:00","Finish":"2026-07-03T17:00:00","Duration":"PT16H0M0S","PercentComplete":"0"}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{"UID":"24","ID":"24","Name":"Análisis de requerimientos del proceso de pagos","OutlineLevel":"2","Start":"2026-07-06T08:00:00","Finish":"2026-07-09T17:00:00","Duration":"PT32H0M0S","PercentComplete":"0"}</a:t>
            </a:r>
          </a:p>
          <a:p xmlns:a="http://schemas.openxmlformats.org/drawingml/2006/main">
            <a:r>
              <a:t>{"UID":"25","ID":"25","Name":"Diseño de tablas para pagos, métodos de pago y estados financieros","OutlineLevel":"2","Start":"2026-07-10T08:00:00","Finish":"2026-07-14T17:00:00","Duration":"PT24H0M0S","PercentComplete":"0"}</a:t>
            </a:r>
          </a:p>
          <a:p xmlns:a="http://schemas.openxmlformats.org/drawingml/2006/main">
            <a:r>
              <a:t>{"UID":"26","ID":"26","Name":"Desarrollo del registro de pagos por pedido","OutlineLevel":"2","Start":"2026-07-15T08:00:00","Finish":"2026-07-21T17:00:00","Duration":"PT40H0M0S","PercentComplete":"0"}</a:t>
            </a:r>
          </a:p>
          <a:p xmlns:a="http://schemas.openxmlformats.org/drawingml/2006/main">
            <a:r>
              <a:t>{"UID":"27","ID":"27","Name":"Desarrollo de cálculo de saldo pendiente y estado financiero","OutlineLevel":"2","Start":"2026-07-22T08:00:00","Finish":"2026-07-24T17:00:00","Duration":"PT24H0M0S","PercentComplete":"0"}</a:t>
            </a:r>
          </a:p>
          <a:p xmlns:a="http://schemas.openxmlformats.org/drawingml/2006/main">
            <a:r>
              <a:t>{"UID":"28","ID":"28","Name":"Desarrollo de historial de pagos y comprobantes","OutlineLevel":"2","Start":"2026-07-27T08:00:00","Finish":"2026-07-29T17:00:00","Duration":"PT24H0M0S","PercentComplete":"0"}</a:t>
            </a:r>
          </a:p>
          <a:p xmlns:a="http://schemas.openxmlformats.org/drawingml/2006/main">
            <a:r>
              <a:t>{"UID":"29","ID":"29","Name":"Pruebas y correcciones del módulo","OutlineLevel":"2","Start":"2026-07-30T08:00:00","Finish":"2026-07-31T17:00:00","Duration":"PT16H0M0S","PercentComplete":"0"}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{"UID":"31","ID":"31","Name":"Análisis de requerimientos de empleados, asistencia y permisos","OutlineLevel":"2","Start":"2026-08-03T08:00:00","Finish":"2026-08-06T17:00:00","Duration":"PT32H0M0S","PercentComplete":"0"}</a:t>
            </a:r>
          </a:p>
          <a:p xmlns:a="http://schemas.openxmlformats.org/drawingml/2006/main">
            <a:r>
              <a:t>{"UID":"32","ID":"32","Name":"Diseño de tablas para empleados, asistencias y permisos","OutlineLevel":"2","Start":"2026-08-07T08:00:00","Finish":"2026-08-11T17:00:00","Duration":"PT24H0M0S","PercentComplete":"0"}</a:t>
            </a:r>
          </a:p>
          <a:p xmlns:a="http://schemas.openxmlformats.org/drawingml/2006/main">
            <a:r>
              <a:t>{"UID":"33","ID":"33","Name":"Desarrollo del registro y consulta de empleados","OutlineLevel":"2","Start":"2026-08-12T08:00:00","Finish":"2026-08-17T17:00:00","Duration":"PT32H0M0S","PercentComplete":"0"}</a:t>
            </a:r>
          </a:p>
          <a:p xmlns:a="http://schemas.openxmlformats.org/drawingml/2006/main">
            <a:r>
              <a:t>{"UID":"34","ID":"34","Name":"Desarrollo del registro de entradas y salidas","OutlineLevel":"2","Start":"2026-08-18T08:00:00","Finish":"2026-08-20T17:00:00","Duration":"PT24H0M0S","PercentComplete":"0"}</a:t>
            </a:r>
          </a:p>
          <a:p xmlns:a="http://schemas.openxmlformats.org/drawingml/2006/main">
            <a:r>
              <a:t>{"UID":"35","ID":"35","Name":"Desarrollo de control de tardanzas, ausencias y permisos","OutlineLevel":"2","Start":"2026-08-21T08:00:00","Finish":"2026-08-25T17:00:00","Duration":"PT24H0M0S","PercentComplete":"0"}</a:t>
            </a:r>
          </a:p>
          <a:p xmlns:a="http://schemas.openxmlformats.org/drawingml/2006/main">
            <a:r>
              <a:t>{"UID":"36","ID":"36","Name":"Desarrollo de resumen mensual por empleado","OutlineLevel":"2","Start":"2026-08-26T08:00:00","Finish":"2026-08-27T17:00:00","Duration":"PT16H0M0S","PercentComplete":"0"}</a:t>
            </a:r>
          </a:p>
          <a:p xmlns:a="http://schemas.openxmlformats.org/drawingml/2006/main">
            <a:r>
              <a:t>{"UID":"37","ID":"37","Name":"Pruebas y correcciones del módulo","OutlineLevel":"2","Start":"2026-08-28T08:00:00","Finish":"2026-08-28T17:00:00","Duration":"PT8H0M0S","PercentComplete":"0"}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{"UID":"39","ID":"39","Name":"Análisis de reportes requeridos por la empresa","OutlineLevel":"2","Start":"2026-08-31T08:00:00","Finish":"2026-09-03T17:00:00","Duration":"PT32H0M0S","PercentComplete":"0"}</a:t>
            </a:r>
          </a:p>
          <a:p xmlns:a="http://schemas.openxmlformats.org/drawingml/2006/main">
            <a:r>
              <a:t>{"UID":"40","ID":"40","Name":"Diseño de consultas y estructura del dashboard","OutlineLevel":"2","Start":"2026-09-04T08:00:00","Finish":"2026-09-08T17:00:00","Duration":"PT24H0M0S","PercentComplete":"0"}</a:t>
            </a:r>
          </a:p>
          <a:p xmlns:a="http://schemas.openxmlformats.org/drawingml/2006/main">
            <a:r>
              <a:t>{"UID":"41","ID":"41","Name":"Desarrollo de reportes de pedidos, inventarios, pagos y asistencia","OutlineLevel":"2","Start":"2026-09-09T08:00:00","Finish":"2026-09-15T17:00:00","Duration":"PT40H0M0S","PercentComplete":"0"}</a:t>
            </a:r>
          </a:p>
          <a:p xmlns:a="http://schemas.openxmlformats.org/drawingml/2006/main">
            <a:r>
              <a:t>{"UID":"42","ID":"42","Name":"Desarrollo de filtros por fechas, áreas, estados y clientes","OutlineLevel":"2","Start":"2026-09-16T08:00:00","Finish":"2026-09-18T17:00:00","Duration":"PT24H0M0S","PercentComplete":"0"}</a:t>
            </a:r>
          </a:p>
          <a:p xmlns:a="http://schemas.openxmlformats.org/drawingml/2006/main">
            <a:r>
              <a:t>{"UID":"43","ID":"43","Name":"Desarrollo de indicadores principales del dashboard","OutlineLevel":"2","Start":"2026-09-21T08:00:00","Finish":"2026-09-23T17:00:00","Duration":"PT24H0M0S","PercentComplete":"0"}</a:t>
            </a:r>
          </a:p>
          <a:p xmlns:a="http://schemas.openxmlformats.org/drawingml/2006/main">
            <a:r>
              <a:t>{"UID":"44","ID":"44","Name":"Pruebas y correcciones del módulo","OutlineLevel":"2","Start":"2026-09-24T08:00:00","Finish":"2026-09-25T17:00:00","Duration":"PT16H0M0S","PercentComplete":"0"}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Cronograma proyecto de graduacion excel .xml aportado por el usuario. Se conservan ID, nombres completos, fechas y duración de cada tarea. Duración en días = horas XML / 8, según MinutesPerDay=480. Inicio de las tareas a las 08:00 y fin a las 17:00 según XML. El eje del Gantt representa días calendario con fin inclusivo. El XML conserva 0 % de avance.</a:t>
            </a:r>
          </a:p>
          <a:p xmlns:a="http://schemas.openxmlformats.org/drawingml/2006/main">
            <a:r>
              <a:t>{"UID":"46","ID":"46","Name":"Integración general de módulos del sistema","OutlineLevel":"2","Start":"2026-09-28T08:00:00","Finish":"2026-09-30T17:00:00","Duration":"PT24H0M0S","PercentComplete":"0"}</a:t>
            </a:r>
          </a:p>
          <a:p xmlns:a="http://schemas.openxmlformats.org/drawingml/2006/main">
            <a:r>
              <a:t>{"UID":"47","ID":"47","Name":"Pruebas generales del sistema completo","OutlineLevel":"2","Start":"2026-10-01T08:00:00","Finish":"2026-10-02T17:00:00","Duration":"PT16H0M0S","PercentComplete":"0"}</a:t>
            </a:r>
          </a:p>
          <a:p xmlns:a="http://schemas.openxmlformats.org/drawingml/2006/main">
            <a:r>
              <a:t>{"UID":"48","ID":"48","Name":"Corrección de errores finales","OutlineLevel":"2","Start":"2026-10-05T08:00:00","Finish":"2026-10-06T17:00:00","Duration":"PT16H0M0S","PercentComplete":"0"}</a:t>
            </a:r>
          </a:p>
          <a:p xmlns:a="http://schemas.openxmlformats.org/drawingml/2006/main">
            <a:r>
              <a:t>{"UID":"49","ID":"49","Name":"Preparación del entorno de implementación","OutlineLevel":"2","Start":"2026-10-07T08:00:00","Finish":"2026-10-07T17:00:00","Duration":"PT8H0M0S","PercentComplete":"0"}</a:t>
            </a:r>
          </a:p>
          <a:p xmlns:a="http://schemas.openxmlformats.org/drawingml/2006/main">
            <a:r>
              <a:t>{"UID":"50","ID":"50","Name":"Capacitación básica al personal de la empresa","OutlineLevel":"2","Start":"2026-10-08T08:00:00","Finish":"2026-10-08T17:00:00","Duration":"PT8H0M0S","PercentComplete":"0"}</a:t>
            </a:r>
          </a:p>
          <a:p xmlns:a="http://schemas.openxmlformats.org/drawingml/2006/main">
            <a:r>
              <a:t>{"UID":"51","ID":"51","Name":"Entrega final del sistema y documentación","OutlineLevel":"2","Start":"2026-10-09T08:00:00","Finish":"2026-10-09T17:00:00","Duration":"PT8H0M0S","PercentComplete":"0"}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pieri_schedule/slideLayouts/_rels/slideLayout1.xml.rels><?xml version='1.0' encoding='utf-8'?>
<Relationships xmlns="http://schemas.openxmlformats.org/package/2006/relationships"><Relationship Type="http://schemas.openxmlformats.org/officeDocument/2006/relationships/slideMaster" Target="../slideMasters/slideMaster1.xml" Id="R028746201b8643e6" /></Relationships>
</file>

<file path=ppt/pieri_schedule/slideLayouts/_rels/slideLayout2.xml.rels><?xml version='1.0' encoding='utf-8'?>
<Relationships xmlns="http://schemas.openxmlformats.org/package/2006/relationships"><Relationship Type="http://schemas.openxmlformats.org/officeDocument/2006/relationships/slideMaster" Target="../slideMasters/slideMaster1.xml" Id="Rc844ee672b984e53" /></Relationships>
</file>

<file path=ppt/pieri_schedule/slideLayouts/_rels/slideLayout3.xml.rels><?xml version='1.0' encoding='utf-8'?>
<Relationships xmlns="http://schemas.openxmlformats.org/package/2006/relationships"><Relationship Type="http://schemas.openxmlformats.org/officeDocument/2006/relationships/slideMaster" Target="../slideMasters/slideMaster1.xml" Id="R59864c0f5bde4f06" /></Relationships>
</file>

<file path=ppt/pieri_schedule/slideLayouts/_rels/slideLayout4.xml.rels><?xml version='1.0' encoding='utf-8'?>
<Relationships xmlns="http://schemas.openxmlformats.org/package/2006/relationships"><Relationship Type="http://schemas.openxmlformats.org/officeDocument/2006/relationships/slideMaster" Target="../slideMasters/slideMaster1.xml" Id="R8aabc730aed3452b" /></Relationships>
</file>

<file path=ppt/pieri_schedule/slideLayouts/_rels/slideLayout5.xml.rels><?xml version='1.0' encoding='utf-8'?>
<Relationships xmlns="http://schemas.openxmlformats.org/package/2006/relationships"><Relationship Type="http://schemas.openxmlformats.org/officeDocument/2006/relationships/slideMaster" Target="../slideMasters/slideMaster1.xml" Id="R0e1c971f4740463d" /></Relationships>
</file>

<file path=ppt/pieri_schedule/slideLayouts/_rels/slideLayout6.xml.rels><?xml version='1.0' encoding='utf-8'?>
<Relationships xmlns="http://schemas.openxmlformats.org/package/2006/relationships"><Relationship Type="http://schemas.openxmlformats.org/officeDocument/2006/relationships/slideMaster" Target="../slideMasters/slideMaster1.xml" Id="Reab66adc76014759" /></Relationships>
</file>

<file path=ppt/pieri_schedule/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A80286-B5DA-4642-9FB9-8C115DFC56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63CAB3-4529-4476-BD60-67878A5B05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ieri_schedule/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242298-EF4B-4D7F-8A6F-B55B68D601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ieri_schedule/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5E8D7-6EAC-42B4-B6A9-7E797CE0BD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549BEE-CC28-4ECA-B3DF-8A8C229B70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ieri_schedule/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AD0B4F-25BA-46D1-9270-6413715D8B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1D2391-8FF3-4EF5-B444-ED5864C995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3F9CA6-6EFC-44C2-8C3E-4CF4E57591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ieri_schedule/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95D519-2487-4FD3-BA2B-BF4695DDAD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08C029-B27C-43BA-A717-1DCBC251B9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ieri_schedule/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ieri_schedule/slideMasters/_rels/slideMaster1.xml.rels><?xml version='1.0' encoding='utf-8'?>
<Relationships xmlns="http://schemas.openxmlformats.org/package/2006/relationships"><Relationship Type="http://schemas.openxmlformats.org/officeDocument/2006/relationships/theme" Target="theme/theme2.xml" Id="R7761c1c17e134b3b" /><Relationship Type="http://schemas.openxmlformats.org/officeDocument/2006/relationships/slideLayout" Target="../slideLayouts/slideLayout1.xml" Id="R30c679b9ce7741ee" /><Relationship Type="http://schemas.openxmlformats.org/officeDocument/2006/relationships/slideLayout" Target="../slideLayouts/slideLayout2.xml" Id="R812480b1af5f40c5" /><Relationship Type="http://schemas.openxmlformats.org/officeDocument/2006/relationships/slideLayout" Target="../slideLayouts/slideLayout3.xml" Id="R141e25c9407f4622" /><Relationship Type="http://schemas.openxmlformats.org/officeDocument/2006/relationships/slideLayout" Target="../slideLayouts/slideLayout4.xml" Id="Reb81aaf5efbc4dab" /><Relationship Type="http://schemas.openxmlformats.org/officeDocument/2006/relationships/slideLayout" Target="../slideLayouts/slideLayout5.xml" Id="R886568c3d6c9499b" /><Relationship Type="http://schemas.openxmlformats.org/officeDocument/2006/relationships/slideLayout" Target="../slideLayouts/slideLayout6.xml" Id="R9c7efcaf27954368" /></Relationships>
</file>

<file path=ppt/pieri_schedule/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c679b9ce7741ee"/>
    <p:sldLayoutId xmlns:r="http://schemas.openxmlformats.org/officeDocument/2006/relationships" id="2147483650" r:id="R812480b1af5f40c5"/>
    <p:sldLayoutId xmlns:r="http://schemas.openxmlformats.org/officeDocument/2006/relationships" id="2147483651" r:id="R141e25c9407f4622"/>
    <p:sldLayoutId xmlns:r="http://schemas.openxmlformats.org/officeDocument/2006/relationships" id="2147483652" r:id="Reb81aaf5efbc4dab"/>
    <p:sldLayoutId xmlns:r="http://schemas.openxmlformats.org/officeDocument/2006/relationships" id="2147483653" r:id="R886568c3d6c9499b"/>
    <p:sldLayoutId xmlns:r="http://schemas.openxmlformats.org/officeDocument/2006/relationships" id="2147483654" r:id="R9c7efcaf279543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ieri_schedule/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7B1114"/>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7B1114"/>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7B1114"/>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7B1114"/>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Type="http://schemas.openxmlformats.org/officeDocument/2006/relationships/slideLayout" Target="../pieri_schedule/slideLayouts/slideLayout6.xml" Id="Rdfd816c2bb2443da" /><Relationship Type="http://schemas.openxmlformats.org/officeDocument/2006/relationships/notesSlide" Target="../pieri_schedule/notesSlides/notesSlide1.xml" Id="R81e90b331c3a4e3b" /></Relationships>
</file>

<file path=ppt/slides/_rels/slide14.xml.rels><?xml version='1.0' encoding='utf-8'?>
<Relationships xmlns="http://schemas.openxmlformats.org/package/2006/relationships"><Relationship Type="http://schemas.openxmlformats.org/officeDocument/2006/relationships/slideLayout" Target="../pieri_schedule/slideLayouts/slideLayout6.xml" Id="R086eab6fc34541aa" /><Relationship Type="http://schemas.openxmlformats.org/officeDocument/2006/relationships/notesSlide" Target="../pieri_schedule/notesSlides/notesSlide2.xml" Id="R50ff3e48b52a4a25" /></Relationships>
</file>

<file path=ppt/slides/_rels/slide15.xml.rels><?xml version='1.0' encoding='utf-8'?>
<Relationships xmlns="http://schemas.openxmlformats.org/package/2006/relationships"><Relationship Type="http://schemas.openxmlformats.org/officeDocument/2006/relationships/slideLayout" Target="../pieri_schedule/slideLayouts/slideLayout6.xml" Id="Rdcb1c0c3ffbf45b8" /><Relationship Type="http://schemas.openxmlformats.org/officeDocument/2006/relationships/notesSlide" Target="../pieri_schedule/notesSlides/notesSlide3.xml" Id="Rce69e74cee274409" /></Relationships>
</file>

<file path=ppt/slides/_rels/slide16.xml.rels><?xml version='1.0' encoding='utf-8'?>
<Relationships xmlns="http://schemas.openxmlformats.org/package/2006/relationships"><Relationship Type="http://schemas.openxmlformats.org/officeDocument/2006/relationships/slideLayout" Target="../pieri_schedule/slideLayouts/slideLayout6.xml" Id="R1b7fe4f1128a4368" /><Relationship Type="http://schemas.openxmlformats.org/officeDocument/2006/relationships/notesSlide" Target="../pieri_schedule/notesSlides/notesSlide4.xml" Id="R49ae5019dcc44fa7" /></Relationships>
</file>

<file path=ppt/slides/_rels/slide17.xml.rels><?xml version='1.0' encoding='utf-8'?>
<Relationships xmlns="http://schemas.openxmlformats.org/package/2006/relationships"><Relationship Type="http://schemas.openxmlformats.org/officeDocument/2006/relationships/slideLayout" Target="../pieri_schedule/slideLayouts/slideLayout6.xml" Id="R398280d443404333" /><Relationship Type="http://schemas.openxmlformats.org/officeDocument/2006/relationships/notesSlide" Target="../pieri_schedule/notesSlides/notesSlide5.xml" Id="R1267780cffca473e" /></Relationships>
</file>

<file path=ppt/slides/_rels/slide18.xml.rels><?xml version='1.0' encoding='utf-8'?>
<Relationships xmlns="http://schemas.openxmlformats.org/package/2006/relationships"><Relationship Type="http://schemas.openxmlformats.org/officeDocument/2006/relationships/slideLayout" Target="../pieri_schedule/slideLayouts/slideLayout6.xml" Id="R2eee788b700e4159" /><Relationship Type="http://schemas.openxmlformats.org/officeDocument/2006/relationships/notesSlide" Target="../pieri_schedule/notesSlides/notesSlide6.xml" Id="Reb675df417a249ce" /></Relationships>
</file>

<file path=ppt/slides/_rels/slide19.xml.rels><?xml version='1.0' encoding='utf-8'?>
<Relationships xmlns="http://schemas.openxmlformats.org/package/2006/relationships"><Relationship Type="http://schemas.openxmlformats.org/officeDocument/2006/relationships/slideLayout" Target="../pieri_schedule/slideLayouts/slideLayout6.xml" Id="R12e62477190d4115" /><Relationship Type="http://schemas.openxmlformats.org/officeDocument/2006/relationships/notesSlide" Target="../pieri_schedule/notesSlides/notesSlide7.xml" Id="R6563885c17c3493c" /></Relationships>
</file>

<file path=ppt/slides/_rels/slide20.xml.rels><?xml version='1.0' encoding='utf-8'?>
<Relationships xmlns="http://schemas.openxmlformats.org/package/2006/relationships"><Relationship Type="http://schemas.openxmlformats.org/officeDocument/2006/relationships/slideLayout" Target="../pieri_schedule/slideLayouts/slideLayout6.xml" Id="R9fb43ed15d054073" /><Relationship Type="http://schemas.openxmlformats.org/officeDocument/2006/relationships/notesSlide" Target="../pieri_schedule/notesSlides/notesSlide8.xml" Id="R2c14b132d4f44c7e"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114"/>
        </a:solidFill>
      </p:bgPr>
    </p:bg>
    <p:spTree>
      <p:nvGrpSpPr>
        <p:cNvPr id="1" name=""/>
        <p:cNvGrpSpPr/>
        <p:nvPr/>
      </p:nvGrpSpPr>
      <p:grpSpPr>
        <a:xfrm>
          <a:off x="0" y="0"/>
          <a:ext cx="0" cy="0"/>
          <a:chOff x="0" y="0"/>
          <a:chExt cx="0" cy="0"/>
        </a:xfrm>
      </p:grpSpPr>
      <p:sp>
        <p:nvSpPr>
          <p:cNvPr id="2" name="Shape 0"/>
          <p:cNvSpPr/>
          <p:nvPr/>
        </p:nvSpPr>
        <p:spPr>
          <a:xfrm>
            <a:off x="812800" y="1547019"/>
            <a:ext cx="1016000" cy="76200"/>
          </a:xfrm>
          <a:prstGeom prst="rect">
            <a:avLst/>
          </a:prstGeom>
          <a:solidFill>
            <a:srgbClr val="D96B10"/>
          </a:solidFill>
          <a:ln/>
        </p:spPr>
      </p:sp>
      <p:sp>
        <p:nvSpPr>
          <p:cNvPr id="3" name="Text 1"/>
          <p:cNvSpPr/>
          <p:nvPr>
            <p:ph type="title"/>
          </p:nvPr>
        </p:nvSpPr>
        <p:spPr>
          <a:xfrm>
            <a:off x="812800" y="1928019"/>
            <a:ext cx="10883392" cy="2158603"/>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AF7F2"/>
                </a:solidFill>
                <a:latin typeface="Montserrat" pitchFamily="34" charset="0"/>
                <a:ea typeface="Montserrat" pitchFamily="34" charset="-122"/>
                <a:cs typeface="Montserrat" pitchFamily="34" charset="-120"/>
              </a:rPr>
              <a:t>DISEÑO E IMPLEMENTACIÓN DE UN SISTEMA WEB INTEGRAL PARA LA GESTIÓN AUTOMATIZADA DE PEDIDOS, INVENTARIOS Y CONTROL ADMINISTRATIVO EN LA EMPRESA PIERI DICACIO UBICADO EN LA CIUDAD DE GUATEMALA</a:t>
            </a:r>
            <a:endParaRPr lang="en-US" sz="2800" dirty="0"/>
          </a:p>
        </p:txBody>
      </p:sp>
      <p:sp>
        <p:nvSpPr>
          <p:cNvPr id="4" name="Text 2"/>
          <p:cNvSpPr/>
          <p:nvPr/>
        </p:nvSpPr>
        <p:spPr>
          <a:xfrm>
            <a:off x="812800" y="4366022"/>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AF7F2"/>
                </a:solidFill>
                <a:latin typeface="Open Sans" pitchFamily="34" charset="0"/>
                <a:ea typeface="Open Sans" pitchFamily="34" charset="-122"/>
                <a:cs typeface="Open Sans" pitchFamily="34" charset="-120"/>
              </a:rPr>
              <a:t>Giovanni Cifuentes · 9989-22-1822</a:t>
            </a:r>
            <a:endParaRPr lang="en-US" sz="2000" dirty="0"/>
          </a:p>
        </p:txBody>
      </p:sp>
      <p:sp>
        <p:nvSpPr>
          <p:cNvPr id="5" name="Text 3"/>
          <p:cNvSpPr/>
          <p:nvPr/>
        </p:nvSpPr>
        <p:spPr>
          <a:xfrm>
            <a:off x="812800" y="502642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E7DA"/>
                </a:solidFill>
                <a:latin typeface="Open Sans" pitchFamily="34" charset="0"/>
                <a:ea typeface="Open Sans" pitchFamily="34" charset="-122"/>
                <a:cs typeface="Open Sans" pitchFamily="34" charset="-120"/>
              </a:rPr>
              <a:t>Proyecto de graduación II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Planteamiento del problema</a:t>
            </a:r>
            <a:endParaRPr lang="en-US" sz="3200" dirty="0"/>
          </a:p>
        </p:txBody>
      </p:sp>
      <p:sp>
        <p:nvSpPr>
          <p:cNvPr id="3" name="Shape 1"/>
          <p:cNvSpPr/>
          <p:nvPr/>
        </p:nvSpPr>
        <p:spPr>
          <a:xfrm>
            <a:off x="812800" y="1513780"/>
            <a:ext cx="3386634" cy="1447602"/>
          </a:xfrm>
          <a:prstGeom prst="roundRect">
            <a:avLst>
              <a:gd name="adj" fmla="val 7019"/>
            </a:avLst>
          </a:prstGeom>
          <a:solidFill>
            <a:srgbClr val="FFFFFF"/>
          </a:solidFill>
          <a:ln/>
        </p:spPr>
      </p:sp>
      <p:sp>
        <p:nvSpPr>
          <p:cNvPr id="4" name="Shape 2"/>
          <p:cNvSpPr/>
          <p:nvPr/>
        </p:nvSpPr>
        <p:spPr>
          <a:xfrm>
            <a:off x="812800" y="1513780"/>
            <a:ext cx="3386634" cy="1447602"/>
          </a:xfrm>
          <a:custGeom>
            <a:avLst/>
            <a:gdLst/>
            <a:ahLst/>
            <a:cxnLst/>
            <a:rect l="l" t="t" r="r" b="b"/>
            <a:pathLst>
              <a:path w="3386634" h="1447602">
                <a:moveTo>
                  <a:pt x="101600" y="1447602"/>
                </a:moveTo>
                <a:lnTo>
                  <a:pt x="101600" y="1447602"/>
                </a:lnTo>
                <a:arcTo hR="101600" wR="101600" stAng="5400000" swAng="5400000"/>
                <a:lnTo>
                  <a:pt x="0" y="101600"/>
                </a:lnTo>
                <a:arcTo hR="101600" wR="101600" stAng="10800000" swAng="5400000"/>
                <a:lnTo>
                  <a:pt x="101600" y="0"/>
                </a:lnTo>
                <a:arcTo hR="101600" wR="50800" stAng="16200000" swAng="-5400000"/>
                <a:lnTo>
                  <a:pt x="50800" y="1346002"/>
                </a:lnTo>
                <a:arcTo hR="101600" wR="50800" stAng="10800000" swAng="-5400000"/>
                <a:close/>
              </a:path>
            </a:pathLst>
          </a:custGeom>
          <a:solidFill>
            <a:srgbClr val="D96B10"/>
          </a:solidFill>
          <a:ln/>
        </p:spPr>
      </p:sp>
      <p:sp>
        <p:nvSpPr>
          <p:cNvPr id="5" name="Text 3"/>
          <p:cNvSpPr/>
          <p:nvPr/>
        </p:nvSpPr>
        <p:spPr>
          <a:xfrm>
            <a:off x="1092200" y="169158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6B10"/>
                </a:solidFill>
                <a:latin typeface="Montserrat" pitchFamily="34" charset="0"/>
                <a:ea typeface="Montserrat" pitchFamily="34" charset="-122"/>
                <a:cs typeface="Montserrat" pitchFamily="34" charset="-120"/>
              </a:rPr>
              <a:t>2000</a:t>
            </a:r>
            <a:endParaRPr lang="en-US" sz="2200" dirty="0"/>
          </a:p>
        </p:txBody>
      </p:sp>
      <p:sp>
        <p:nvSpPr>
          <p:cNvPr id="6" name="Text 4"/>
          <p:cNvSpPr/>
          <p:nvPr/>
        </p:nvSpPr>
        <p:spPr>
          <a:xfrm>
            <a:off x="1092200" y="2090341"/>
            <a:ext cx="29649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Fundada por el Lic. Mario Quiroga con dos sastres, en una casa alquilada en la zona 2.</a:t>
            </a:r>
            <a:endParaRPr lang="en-US" sz="1300" dirty="0"/>
          </a:p>
        </p:txBody>
      </p:sp>
      <p:sp>
        <p:nvSpPr>
          <p:cNvPr id="7" name="Shape 5"/>
          <p:cNvSpPr/>
          <p:nvPr/>
        </p:nvSpPr>
        <p:spPr>
          <a:xfrm>
            <a:off x="4402634" y="1513780"/>
            <a:ext cx="3386634" cy="1447602"/>
          </a:xfrm>
          <a:prstGeom prst="roundRect">
            <a:avLst>
              <a:gd name="adj" fmla="val 7019"/>
            </a:avLst>
          </a:prstGeom>
          <a:solidFill>
            <a:srgbClr val="FFFFFF"/>
          </a:solidFill>
          <a:ln/>
        </p:spPr>
      </p:sp>
      <p:sp>
        <p:nvSpPr>
          <p:cNvPr id="8" name="Shape 6"/>
          <p:cNvSpPr/>
          <p:nvPr/>
        </p:nvSpPr>
        <p:spPr>
          <a:xfrm>
            <a:off x="4402634" y="1513780"/>
            <a:ext cx="3386634" cy="1447602"/>
          </a:xfrm>
          <a:custGeom>
            <a:avLst/>
            <a:gdLst/>
            <a:ahLst/>
            <a:cxnLst/>
            <a:rect l="l" t="t" r="r" b="b"/>
            <a:pathLst>
              <a:path w="3386634" h="1447602">
                <a:moveTo>
                  <a:pt x="101600" y="1447602"/>
                </a:moveTo>
                <a:lnTo>
                  <a:pt x="101600" y="1447602"/>
                </a:lnTo>
                <a:arcTo hR="101600" wR="101600" stAng="5400000" swAng="5400000"/>
                <a:lnTo>
                  <a:pt x="0" y="101600"/>
                </a:lnTo>
                <a:arcTo hR="101600" wR="101600" stAng="10800000" swAng="5400000"/>
                <a:lnTo>
                  <a:pt x="101600" y="0"/>
                </a:lnTo>
                <a:arcTo hR="101600" wR="50800" stAng="16200000" swAng="-5400000"/>
                <a:lnTo>
                  <a:pt x="50800" y="1346002"/>
                </a:lnTo>
                <a:arcTo hR="101600" wR="50800" stAng="10800000" swAng="-5400000"/>
                <a:close/>
              </a:path>
            </a:pathLst>
          </a:custGeom>
          <a:solidFill>
            <a:srgbClr val="D96B10"/>
          </a:solidFill>
          <a:ln/>
        </p:spPr>
      </p:sp>
      <p:sp>
        <p:nvSpPr>
          <p:cNvPr id="9" name="Text 7"/>
          <p:cNvSpPr/>
          <p:nvPr/>
        </p:nvSpPr>
        <p:spPr>
          <a:xfrm>
            <a:off x="4682034" y="169158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6B10"/>
                </a:solidFill>
                <a:latin typeface="Montserrat" pitchFamily="34" charset="0"/>
                <a:ea typeface="Montserrat" pitchFamily="34" charset="-122"/>
                <a:cs typeface="Montserrat" pitchFamily="34" charset="-120"/>
              </a:rPr>
              <a:t>2009</a:t>
            </a:r>
            <a:endParaRPr lang="en-US" sz="2200" dirty="0"/>
          </a:p>
        </p:txBody>
      </p:sp>
      <p:sp>
        <p:nvSpPr>
          <p:cNvPr id="10" name="Text 8"/>
          <p:cNvSpPr/>
          <p:nvPr/>
        </p:nvSpPr>
        <p:spPr>
          <a:xfrm>
            <a:off x="4682034" y="2090341"/>
            <a:ext cx="29649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Se consolida DICACIO junto a PIERI, fortaleciendo su presencia en el mercado.</a:t>
            </a:r>
            <a:endParaRPr lang="en-US" sz="1300" dirty="0"/>
          </a:p>
        </p:txBody>
      </p:sp>
      <p:sp>
        <p:nvSpPr>
          <p:cNvPr id="11" name="Shape 9"/>
          <p:cNvSpPr/>
          <p:nvPr/>
        </p:nvSpPr>
        <p:spPr>
          <a:xfrm>
            <a:off x="7992467" y="1513780"/>
            <a:ext cx="3386634" cy="1447602"/>
          </a:xfrm>
          <a:prstGeom prst="roundRect">
            <a:avLst>
              <a:gd name="adj" fmla="val 7019"/>
            </a:avLst>
          </a:prstGeom>
          <a:solidFill>
            <a:srgbClr val="FFFFFF"/>
          </a:solidFill>
          <a:ln/>
        </p:spPr>
      </p:sp>
      <p:sp>
        <p:nvSpPr>
          <p:cNvPr id="12" name="Shape 10"/>
          <p:cNvSpPr/>
          <p:nvPr/>
        </p:nvSpPr>
        <p:spPr>
          <a:xfrm>
            <a:off x="7992467" y="1513780"/>
            <a:ext cx="3386634" cy="1447602"/>
          </a:xfrm>
          <a:custGeom>
            <a:avLst/>
            <a:gdLst/>
            <a:ahLst/>
            <a:cxnLst/>
            <a:rect l="l" t="t" r="r" b="b"/>
            <a:pathLst>
              <a:path w="3386634" h="1447602">
                <a:moveTo>
                  <a:pt x="101600" y="1447602"/>
                </a:moveTo>
                <a:lnTo>
                  <a:pt x="101600" y="1447602"/>
                </a:lnTo>
                <a:arcTo hR="101600" wR="101600" stAng="5400000" swAng="5400000"/>
                <a:lnTo>
                  <a:pt x="0" y="101600"/>
                </a:lnTo>
                <a:arcTo hR="101600" wR="101600" stAng="10800000" swAng="5400000"/>
                <a:lnTo>
                  <a:pt x="101600" y="0"/>
                </a:lnTo>
                <a:arcTo hR="101600" wR="50800" stAng="16200000" swAng="-5400000"/>
                <a:lnTo>
                  <a:pt x="50800" y="1346002"/>
                </a:lnTo>
                <a:arcTo hR="101600" wR="50800" stAng="10800000" swAng="-5400000"/>
                <a:close/>
              </a:path>
            </a:pathLst>
          </a:custGeom>
          <a:solidFill>
            <a:srgbClr val="D96B10"/>
          </a:solidFill>
          <a:ln/>
        </p:spPr>
      </p:sp>
      <p:sp>
        <p:nvSpPr>
          <p:cNvPr id="13" name="Text 11"/>
          <p:cNvSpPr/>
          <p:nvPr/>
        </p:nvSpPr>
        <p:spPr>
          <a:xfrm>
            <a:off x="8271867" y="169158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6B10"/>
                </a:solidFill>
                <a:latin typeface="Montserrat" pitchFamily="34" charset="0"/>
                <a:ea typeface="Montserrat" pitchFamily="34" charset="-122"/>
                <a:cs typeface="Montserrat" pitchFamily="34" charset="-120"/>
              </a:rPr>
              <a:t>Hoy</a:t>
            </a:r>
            <a:endParaRPr lang="en-US" sz="2200" dirty="0"/>
          </a:p>
        </p:txBody>
      </p:sp>
      <p:sp>
        <p:nvSpPr>
          <p:cNvPr id="14" name="Text 12"/>
          <p:cNvSpPr/>
          <p:nvPr/>
        </p:nvSpPr>
        <p:spPr>
          <a:xfrm>
            <a:off x="8271867" y="2090341"/>
            <a:ext cx="29649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Sede en la zona 1, con producción, ventas y administración y unos 15 colaboradores.</a:t>
            </a:r>
            <a:endParaRPr lang="en-US" sz="1300" dirty="0"/>
          </a:p>
        </p:txBody>
      </p:sp>
      <p:sp>
        <p:nvSpPr>
          <p:cNvPr id="15" name="Shape 13"/>
          <p:cNvSpPr/>
          <p:nvPr/>
        </p:nvSpPr>
        <p:spPr>
          <a:xfrm>
            <a:off x="812800" y="3215382"/>
            <a:ext cx="5181600" cy="1587202"/>
          </a:xfrm>
          <a:prstGeom prst="roundRect">
            <a:avLst>
              <a:gd name="adj" fmla="val 6401"/>
            </a:avLst>
          </a:prstGeom>
          <a:solidFill>
            <a:srgbClr val="FFFFFF"/>
          </a:solidFill>
          <a:ln/>
        </p:spPr>
      </p:sp>
      <p:sp>
        <p:nvSpPr>
          <p:cNvPr id="16" name="Shape 14"/>
          <p:cNvSpPr/>
          <p:nvPr/>
        </p:nvSpPr>
        <p:spPr>
          <a:xfrm>
            <a:off x="812800" y="3215382"/>
            <a:ext cx="5181600" cy="1587202"/>
          </a:xfrm>
          <a:custGeom>
            <a:avLst/>
            <a:gdLst/>
            <a:ahLst/>
            <a:cxnLst/>
            <a:rect l="l" t="t" r="r" b="b"/>
            <a:pathLst>
              <a:path w="5181600" h="1587202">
                <a:moveTo>
                  <a:pt x="101600" y="1587202"/>
                </a:moveTo>
                <a:lnTo>
                  <a:pt x="101600" y="1587202"/>
                </a:lnTo>
                <a:arcTo hR="101600" wR="101600" stAng="5400000" swAng="5400000"/>
                <a:lnTo>
                  <a:pt x="0" y="101600"/>
                </a:lnTo>
                <a:arcTo hR="101600" wR="101600" stAng="10800000" swAng="5400000"/>
                <a:lnTo>
                  <a:pt x="101600" y="0"/>
                </a:lnTo>
                <a:arcTo hR="101600" wR="50800" stAng="16200000" swAng="-5400000"/>
                <a:lnTo>
                  <a:pt x="50800" y="1485602"/>
                </a:lnTo>
                <a:arcTo hR="101600" wR="50800" stAng="10800000" swAng="-5400000"/>
                <a:close/>
              </a:path>
            </a:pathLst>
          </a:custGeom>
          <a:solidFill>
            <a:srgbClr val="D96B10"/>
          </a:solidFill>
          <a:ln/>
        </p:spPr>
      </p:sp>
      <p:sp>
        <p:nvSpPr>
          <p:cNvPr id="17" name="Text 15"/>
          <p:cNvSpPr/>
          <p:nvPr/>
        </p:nvSpPr>
        <p:spPr>
          <a:xfrm>
            <a:off x="1092200" y="3393182"/>
            <a:ext cx="48138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Situación actual</a:t>
            </a:r>
            <a:endParaRPr lang="en-US" sz="1600" dirty="0"/>
          </a:p>
        </p:txBody>
      </p:sp>
      <p:sp>
        <p:nvSpPr>
          <p:cNvPr id="18" name="Text 16"/>
          <p:cNvSpPr/>
          <p:nvPr/>
        </p:nvSpPr>
        <p:spPr>
          <a:xfrm>
            <a:off x="1092200" y="3700463"/>
            <a:ext cx="48138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Elabora trajes ejecutivos y uniformes. Pedidos, inventarios, pagos y asistencia se llevan en Excel, en archivos separados.</a:t>
            </a:r>
            <a:endParaRPr lang="en-US" sz="1300" dirty="0"/>
          </a:p>
        </p:txBody>
      </p:sp>
      <p:sp>
        <p:nvSpPr>
          <p:cNvPr id="19" name="Shape 17"/>
          <p:cNvSpPr/>
          <p:nvPr/>
        </p:nvSpPr>
        <p:spPr>
          <a:xfrm>
            <a:off x="6197600" y="3215382"/>
            <a:ext cx="5181600" cy="1587202"/>
          </a:xfrm>
          <a:prstGeom prst="roundRect">
            <a:avLst>
              <a:gd name="adj" fmla="val 6401"/>
            </a:avLst>
          </a:prstGeom>
          <a:solidFill>
            <a:srgbClr val="FFFFFF"/>
          </a:solidFill>
          <a:ln/>
        </p:spPr>
      </p:sp>
      <p:sp>
        <p:nvSpPr>
          <p:cNvPr id="20" name="Shape 18"/>
          <p:cNvSpPr/>
          <p:nvPr/>
        </p:nvSpPr>
        <p:spPr>
          <a:xfrm>
            <a:off x="6197600" y="3215382"/>
            <a:ext cx="5181600" cy="1587202"/>
          </a:xfrm>
          <a:custGeom>
            <a:avLst/>
            <a:gdLst/>
            <a:ahLst/>
            <a:cxnLst/>
            <a:rect l="l" t="t" r="r" b="b"/>
            <a:pathLst>
              <a:path w="5181600" h="1587202">
                <a:moveTo>
                  <a:pt x="101600" y="1587202"/>
                </a:moveTo>
                <a:lnTo>
                  <a:pt x="101600" y="1587202"/>
                </a:lnTo>
                <a:arcTo hR="101600" wR="101600" stAng="5400000" swAng="5400000"/>
                <a:lnTo>
                  <a:pt x="0" y="101600"/>
                </a:lnTo>
                <a:arcTo hR="101600" wR="101600" stAng="10800000" swAng="5400000"/>
                <a:lnTo>
                  <a:pt x="101600" y="0"/>
                </a:lnTo>
                <a:arcTo hR="101600" wR="50800" stAng="16200000" swAng="-5400000"/>
                <a:lnTo>
                  <a:pt x="50800" y="1485602"/>
                </a:lnTo>
                <a:arcTo hR="101600" wR="50800" stAng="10800000" swAng="-5400000"/>
                <a:close/>
              </a:path>
            </a:pathLst>
          </a:custGeom>
          <a:solidFill>
            <a:srgbClr val="D96B10"/>
          </a:solidFill>
          <a:ln/>
        </p:spPr>
      </p:sp>
      <p:sp>
        <p:nvSpPr>
          <p:cNvPr id="21" name="Text 19"/>
          <p:cNvSpPr/>
          <p:nvPr/>
        </p:nvSpPr>
        <p:spPr>
          <a:xfrm>
            <a:off x="6477000" y="3393182"/>
            <a:ext cx="48138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Limitaciones</a:t>
            </a:r>
            <a:endParaRPr lang="en-US" sz="1600" dirty="0"/>
          </a:p>
        </p:txBody>
      </p:sp>
      <p:sp>
        <p:nvSpPr>
          <p:cNvPr id="22" name="Text 20"/>
          <p:cNvSpPr/>
          <p:nvPr/>
        </p:nvSpPr>
        <p:spPr>
          <a:xfrm>
            <a:off x="6511544" y="3700463"/>
            <a:ext cx="4773168" cy="949722"/>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D5866"/>
                </a:solidFill>
                <a:latin typeface="Open Sans" pitchFamily="34" charset="0"/>
                <a:ea typeface="Open Sans" pitchFamily="34" charset="-122"/>
                <a:cs typeface="Open Sans" pitchFamily="34" charset="-120"/>
              </a:rPr>
              <a:t>Tiempo invertido en el registro manual</a:t>
            </a:r>
            <a:endParaRPr lang="en-US" sz="1300" dirty="0"/>
          </a:p>
          <a:p>
            <a:pPr algn="l" marL="168656" indent="-168656">
              <a:lnSpc>
                <a:spcPts val="1820"/>
              </a:lnSpc>
              <a:buSzPct val="100000"/>
              <a:buChar char="•"/>
            </a:pPr>
            <a:r>
              <a:rPr lang="en-US" sz="1300" dirty="0">
                <a:solidFill>
                  <a:srgbClr val="4D5866"/>
                </a:solidFill>
                <a:latin typeface="Open Sans" pitchFamily="34" charset="0"/>
                <a:ea typeface="Open Sans" pitchFamily="34" charset="-122"/>
                <a:cs typeface="Open Sans" pitchFamily="34" charset="-120"/>
              </a:rPr>
              <a:t>Información consolidada difícil de obtener</a:t>
            </a:r>
            <a:endParaRPr lang="en-US" sz="1300" dirty="0"/>
          </a:p>
          <a:p>
            <a:pPr algn="l" marL="168656" indent="-168656">
              <a:lnSpc>
                <a:spcPts val="1820"/>
              </a:lnSpc>
              <a:buSzPct val="100000"/>
              <a:buChar char="•"/>
            </a:pPr>
            <a:r>
              <a:rPr lang="en-US" sz="1300" dirty="0">
                <a:solidFill>
                  <a:srgbClr val="4D5866"/>
                </a:solidFill>
                <a:latin typeface="Open Sans" pitchFamily="34" charset="0"/>
                <a:ea typeface="Open Sans" pitchFamily="34" charset="-122"/>
                <a:cs typeface="Open Sans" pitchFamily="34" charset="-120"/>
              </a:rPr>
              <a:t>Procesos sin integración entre sí</a:t>
            </a:r>
            <a:endParaRPr lang="en-US" sz="1300" dirty="0"/>
          </a:p>
          <a:p>
            <a:pPr algn="l" marL="168656" indent="-168656">
              <a:lnSpc>
                <a:spcPts val="1820"/>
              </a:lnSpc>
              <a:buSzPct val="100000"/>
              <a:buChar char="•"/>
            </a:pPr>
            <a:r>
              <a:rPr lang="en-US" sz="1300" dirty="0">
                <a:solidFill>
                  <a:srgbClr val="4D5866"/>
                </a:solidFill>
                <a:latin typeface="Open Sans" pitchFamily="34" charset="0"/>
                <a:ea typeface="Open Sans" pitchFamily="34" charset="-122"/>
                <a:cs typeface="Open Sans" pitchFamily="34" charset="-120"/>
              </a:rPr>
              <a:t>Reportes limitados para decidir</a:t>
            </a:r>
            <a:endParaRPr lang="en-US" sz="1300" dirty="0"/>
          </a:p>
        </p:txBody>
      </p:sp>
      <p:sp>
        <p:nvSpPr>
          <p:cNvPr id="23" name="Text 21"/>
          <p:cNvSpPr/>
          <p:nvPr/>
        </p:nvSpPr>
        <p:spPr>
          <a:xfrm>
            <a:off x="812800" y="505658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96B10"/>
                </a:solidFill>
                <a:latin typeface="Open Sans" pitchFamily="34" charset="0"/>
                <a:ea typeface="Open Sans" pitchFamily="34" charset="-122"/>
                <a:cs typeface="Open Sans" pitchFamily="34" charset="-120"/>
              </a:rPr>
              <a:t>Punto de mejora: un sistema web integral que unifique los procesos en una sola plataforma.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Justificación</a:t>
            </a:r>
            <a:endParaRPr lang="en-US" sz="3200" dirty="0"/>
          </a:p>
        </p:txBody>
      </p:sp>
      <p:sp>
        <p:nvSpPr>
          <p:cNvPr id="3" name="Shape 1"/>
          <p:cNvSpPr/>
          <p:nvPr/>
        </p:nvSpPr>
        <p:spPr>
          <a:xfrm>
            <a:off x="812800" y="1564580"/>
            <a:ext cx="5181600" cy="2138660"/>
          </a:xfrm>
          <a:prstGeom prst="roundRect">
            <a:avLst>
              <a:gd name="adj" fmla="val 4751"/>
            </a:avLst>
          </a:prstGeom>
          <a:solidFill>
            <a:srgbClr val="FFFFFF"/>
          </a:solidFill>
          <a:ln/>
        </p:spPr>
      </p:sp>
      <p:sp>
        <p:nvSpPr>
          <p:cNvPr id="4" name="Shape 2"/>
          <p:cNvSpPr/>
          <p:nvPr/>
        </p:nvSpPr>
        <p:spPr>
          <a:xfrm>
            <a:off x="812800" y="1564580"/>
            <a:ext cx="5181600" cy="2138660"/>
          </a:xfrm>
          <a:custGeom>
            <a:avLst/>
            <a:gdLst/>
            <a:ahLst/>
            <a:cxnLst/>
            <a:rect l="l" t="t" r="r" b="b"/>
            <a:pathLst>
              <a:path w="5181600" h="2138660">
                <a:moveTo>
                  <a:pt x="101600" y="2138660"/>
                </a:moveTo>
                <a:lnTo>
                  <a:pt x="101600" y="2138660"/>
                </a:lnTo>
                <a:arcTo hR="101600" wR="101600" stAng="5400000" swAng="5400000"/>
                <a:lnTo>
                  <a:pt x="0" y="101600"/>
                </a:lnTo>
                <a:arcTo hR="101600" wR="101600" stAng="10800000" swAng="5400000"/>
                <a:lnTo>
                  <a:pt x="101600" y="0"/>
                </a:lnTo>
                <a:arcTo hR="101600" wR="50800" stAng="16200000" swAng="-5400000"/>
                <a:lnTo>
                  <a:pt x="50800" y="2037060"/>
                </a:lnTo>
                <a:arcTo hR="101600" wR="50800" stAng="10800000" swAng="-5400000"/>
                <a:close/>
              </a:path>
            </a:pathLst>
          </a:custGeom>
          <a:solidFill>
            <a:srgbClr val="D96B10"/>
          </a:solidFill>
          <a:ln/>
        </p:spPr>
      </p:sp>
      <p:sp>
        <p:nvSpPr>
          <p:cNvPr id="5" name="Text 3"/>
          <p:cNvSpPr/>
          <p:nvPr/>
        </p:nvSpPr>
        <p:spPr>
          <a:xfrm>
            <a:off x="11176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El reto</a:t>
            </a:r>
            <a:endParaRPr lang="en-US" sz="1600" dirty="0"/>
          </a:p>
        </p:txBody>
      </p:sp>
      <p:sp>
        <p:nvSpPr>
          <p:cNvPr id="6" name="Text 4"/>
          <p:cNvSpPr/>
          <p:nvPr/>
        </p:nvSpPr>
        <p:spPr>
          <a:xfrm>
            <a:off x="1117600" y="211316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Los procesos manuales generan errores, inconsistencias y demoras.</a:t>
            </a:r>
            <a:endParaRPr lang="en-US" sz="1400" dirty="0"/>
          </a:p>
        </p:txBody>
      </p:sp>
      <p:sp>
        <p:nvSpPr>
          <p:cNvPr id="7" name="Shape 5"/>
          <p:cNvSpPr/>
          <p:nvPr/>
        </p:nvSpPr>
        <p:spPr>
          <a:xfrm>
            <a:off x="6197600" y="1564580"/>
            <a:ext cx="5181600" cy="2138660"/>
          </a:xfrm>
          <a:prstGeom prst="roundRect">
            <a:avLst>
              <a:gd name="adj" fmla="val 4751"/>
            </a:avLst>
          </a:prstGeom>
          <a:solidFill>
            <a:srgbClr val="FFFFFF"/>
          </a:solidFill>
          <a:ln/>
        </p:spPr>
      </p:sp>
      <p:sp>
        <p:nvSpPr>
          <p:cNvPr id="8" name="Shape 6"/>
          <p:cNvSpPr/>
          <p:nvPr/>
        </p:nvSpPr>
        <p:spPr>
          <a:xfrm>
            <a:off x="6197600" y="1564580"/>
            <a:ext cx="5181600" cy="2138660"/>
          </a:xfrm>
          <a:custGeom>
            <a:avLst/>
            <a:gdLst/>
            <a:ahLst/>
            <a:cxnLst/>
            <a:rect l="l" t="t" r="r" b="b"/>
            <a:pathLst>
              <a:path w="5181600" h="2138660">
                <a:moveTo>
                  <a:pt x="101600" y="2138660"/>
                </a:moveTo>
                <a:lnTo>
                  <a:pt x="101600" y="2138660"/>
                </a:lnTo>
                <a:arcTo hR="101600" wR="101600" stAng="5400000" swAng="5400000"/>
                <a:lnTo>
                  <a:pt x="0" y="101600"/>
                </a:lnTo>
                <a:arcTo hR="101600" wR="101600" stAng="10800000" swAng="5400000"/>
                <a:lnTo>
                  <a:pt x="101600" y="0"/>
                </a:lnTo>
                <a:arcTo hR="101600" wR="50800" stAng="16200000" swAng="-5400000"/>
                <a:lnTo>
                  <a:pt x="50800" y="2037060"/>
                </a:lnTo>
                <a:arcTo hR="101600" wR="50800" stAng="10800000" swAng="-5400000"/>
                <a:close/>
              </a:path>
            </a:pathLst>
          </a:custGeom>
          <a:solidFill>
            <a:srgbClr val="D96B10"/>
          </a:solidFill>
          <a:ln/>
        </p:spPr>
      </p:sp>
      <p:sp>
        <p:nvSpPr>
          <p:cNvPr id="9" name="Text 7"/>
          <p:cNvSpPr/>
          <p:nvPr/>
        </p:nvSpPr>
        <p:spPr>
          <a:xfrm>
            <a:off x="65024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La solución</a:t>
            </a:r>
            <a:endParaRPr lang="en-US" sz="1600" dirty="0"/>
          </a:p>
        </p:txBody>
      </p:sp>
      <p:sp>
        <p:nvSpPr>
          <p:cNvPr id="10" name="Text 8"/>
          <p:cNvSpPr/>
          <p:nvPr/>
        </p:nvSpPr>
        <p:spPr>
          <a:xfrm>
            <a:off x="6502400" y="211316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Una aplicación web integral desarrollada con RUP y tecnologías modernas.</a:t>
            </a:r>
            <a:endParaRPr lang="en-US" sz="1400" dirty="0"/>
          </a:p>
        </p:txBody>
      </p:sp>
      <p:sp>
        <p:nvSpPr>
          <p:cNvPr id="11" name="Shape 9"/>
          <p:cNvSpPr/>
          <p:nvPr/>
        </p:nvSpPr>
        <p:spPr>
          <a:xfrm>
            <a:off x="812800" y="3906441"/>
            <a:ext cx="5181600" cy="2138759"/>
          </a:xfrm>
          <a:prstGeom prst="roundRect">
            <a:avLst>
              <a:gd name="adj" fmla="val 4750"/>
            </a:avLst>
          </a:prstGeom>
          <a:solidFill>
            <a:srgbClr val="FFFFFF"/>
          </a:solidFill>
          <a:ln/>
        </p:spPr>
      </p:sp>
      <p:sp>
        <p:nvSpPr>
          <p:cNvPr id="12" name="Shape 10"/>
          <p:cNvSpPr/>
          <p:nvPr/>
        </p:nvSpPr>
        <p:spPr>
          <a:xfrm>
            <a:off x="812800" y="3906441"/>
            <a:ext cx="5181600" cy="2138759"/>
          </a:xfrm>
          <a:custGeom>
            <a:avLst/>
            <a:gdLst/>
            <a:ahLst/>
            <a:cxnLst/>
            <a:rect l="l" t="t" r="r" b="b"/>
            <a:pathLst>
              <a:path w="5181600" h="2138759">
                <a:moveTo>
                  <a:pt x="101600" y="2138759"/>
                </a:moveTo>
                <a:lnTo>
                  <a:pt x="101600" y="2138759"/>
                </a:lnTo>
                <a:arcTo hR="101600" wR="101600" stAng="5400000" swAng="5400000"/>
                <a:lnTo>
                  <a:pt x="0" y="101600"/>
                </a:lnTo>
                <a:arcTo hR="101600" wR="101600" stAng="10800000" swAng="5400000"/>
                <a:lnTo>
                  <a:pt x="101600" y="0"/>
                </a:lnTo>
                <a:arcTo hR="101600" wR="50800" stAng="16200000" swAng="-5400000"/>
                <a:lnTo>
                  <a:pt x="50800" y="2037159"/>
                </a:lnTo>
                <a:arcTo hR="101600" wR="50800" stAng="10800000" swAng="-5400000"/>
                <a:close/>
              </a:path>
            </a:pathLst>
          </a:custGeom>
          <a:solidFill>
            <a:srgbClr val="D96B10"/>
          </a:solidFill>
          <a:ln/>
        </p:spPr>
      </p:sp>
      <p:sp>
        <p:nvSpPr>
          <p:cNvPr id="13" name="Text 11"/>
          <p:cNvSpPr/>
          <p:nvPr/>
        </p:nvSpPr>
        <p:spPr>
          <a:xfrm>
            <a:off x="1117600" y="4135041"/>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Impacto</a:t>
            </a:r>
            <a:endParaRPr lang="en-US" sz="1600" dirty="0"/>
          </a:p>
        </p:txBody>
      </p:sp>
      <p:sp>
        <p:nvSpPr>
          <p:cNvPr id="14" name="Text 12"/>
          <p:cNvSpPr/>
          <p:nvPr/>
        </p:nvSpPr>
        <p:spPr>
          <a:xfrm>
            <a:off x="1117600" y="445502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Beneficia a Administración, Producción, Bodega y Recursos Humanos.</a:t>
            </a:r>
            <a:endParaRPr lang="en-US" sz="1400" dirty="0"/>
          </a:p>
        </p:txBody>
      </p:sp>
      <p:sp>
        <p:nvSpPr>
          <p:cNvPr id="15" name="Shape 13"/>
          <p:cNvSpPr/>
          <p:nvPr/>
        </p:nvSpPr>
        <p:spPr>
          <a:xfrm>
            <a:off x="6197600" y="3906441"/>
            <a:ext cx="5181600" cy="2138759"/>
          </a:xfrm>
          <a:prstGeom prst="roundRect">
            <a:avLst>
              <a:gd name="adj" fmla="val 4750"/>
            </a:avLst>
          </a:prstGeom>
          <a:solidFill>
            <a:srgbClr val="FFFFFF"/>
          </a:solidFill>
          <a:ln/>
        </p:spPr>
      </p:sp>
      <p:sp>
        <p:nvSpPr>
          <p:cNvPr id="16" name="Shape 14"/>
          <p:cNvSpPr/>
          <p:nvPr/>
        </p:nvSpPr>
        <p:spPr>
          <a:xfrm>
            <a:off x="6197600" y="3906441"/>
            <a:ext cx="5181600" cy="2138759"/>
          </a:xfrm>
          <a:custGeom>
            <a:avLst/>
            <a:gdLst/>
            <a:ahLst/>
            <a:cxnLst/>
            <a:rect l="l" t="t" r="r" b="b"/>
            <a:pathLst>
              <a:path w="5181600" h="2138759">
                <a:moveTo>
                  <a:pt x="101600" y="2138759"/>
                </a:moveTo>
                <a:lnTo>
                  <a:pt x="101600" y="2138759"/>
                </a:lnTo>
                <a:arcTo hR="101600" wR="101600" stAng="5400000" swAng="5400000"/>
                <a:lnTo>
                  <a:pt x="0" y="101600"/>
                </a:lnTo>
                <a:arcTo hR="101600" wR="101600" stAng="10800000" swAng="5400000"/>
                <a:lnTo>
                  <a:pt x="101600" y="0"/>
                </a:lnTo>
                <a:arcTo hR="101600" wR="50800" stAng="16200000" swAng="-5400000"/>
                <a:lnTo>
                  <a:pt x="50800" y="2037159"/>
                </a:lnTo>
                <a:arcTo hR="101600" wR="50800" stAng="10800000" swAng="-5400000"/>
                <a:close/>
              </a:path>
            </a:pathLst>
          </a:custGeom>
          <a:solidFill>
            <a:srgbClr val="D96B10"/>
          </a:solidFill>
          <a:ln/>
        </p:spPr>
      </p:sp>
      <p:sp>
        <p:nvSpPr>
          <p:cNvPr id="17" name="Text 15"/>
          <p:cNvSpPr/>
          <p:nvPr/>
        </p:nvSpPr>
        <p:spPr>
          <a:xfrm>
            <a:off x="6502400" y="4135041"/>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Valor agregado</a:t>
            </a:r>
            <a:endParaRPr lang="en-US" sz="1600" dirty="0"/>
          </a:p>
        </p:txBody>
      </p:sp>
      <p:sp>
        <p:nvSpPr>
          <p:cNvPr id="18" name="Text 16"/>
          <p:cNvSpPr/>
          <p:nvPr/>
        </p:nvSpPr>
        <p:spPr>
          <a:xfrm>
            <a:off x="6502400" y="445502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Trazabilidad del pedido a la entrega, control de materia prima y finanzas claras.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7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Objetivo general</a:t>
            </a:r>
            <a:endParaRPr lang="en-US" sz="3200" dirty="0"/>
          </a:p>
        </p:txBody>
      </p:sp>
      <p:sp>
        <p:nvSpPr>
          <p:cNvPr id="3" name="Text 1"/>
          <p:cNvSpPr/>
          <p:nvPr/>
        </p:nvSpPr>
        <p:spPr>
          <a:xfrm>
            <a:off x="812800" y="1564580"/>
            <a:ext cx="10566400" cy="1422400"/>
          </a:xfrm>
          <a:prstGeom prst="roundRect">
            <a:avLst>
              <a:gd name="adj" fmla="val 7143"/>
            </a:avLst>
          </a:prstGeom>
          <a:solidFill>
            <a:srgbClr val="FFFFFF"/>
          </a:solidFill>
          <a:ln/>
        </p:spPr>
        <p:txBody>
          <a:bodyPr wrap="square" lIns="376642" tIns="325842" rIns="31710" bIns="300442" rtlCol="0" anchor="t">
            <a:normAutofit/>
          </a:bodyPr>
          <a:lstStyle/>
          <a:p>
            <a:pPr algn="l" indent="0" marL="0">
              <a:lnSpc>
                <a:spcPts val="2800"/>
              </a:lnSpc>
              <a:buNone/>
            </a:pPr>
            <a:r>
              <a:rPr lang="en-US" sz="2000" b="1" dirty="0">
                <a:solidFill>
                  <a:srgbClr val="7B1114"/>
                </a:solidFill>
                <a:latin typeface="Open Sans" pitchFamily="34" charset="0"/>
                <a:ea typeface="Open Sans" pitchFamily="34" charset="-122"/>
                <a:cs typeface="Open Sans" pitchFamily="34" charset="-120"/>
              </a:rPr>
              <a:t>Desarrollar e implementar un sistema web integral para la gestión de pedidos, inventarios, pagos y control de asistencia del personal en PIERI DICACIO.</a:t>
            </a:r>
            <a:endParaRPr lang="en-US" sz="2000" dirty="0"/>
          </a:p>
        </p:txBody>
      </p:sp>
      <p:sp>
        <p:nvSpPr>
          <p:cNvPr id="4" name="Shape 2"/>
          <p:cNvSpPr/>
          <p:nvPr/>
        </p:nvSpPr>
        <p:spPr>
          <a:xfrm>
            <a:off x="812800" y="1564580"/>
            <a:ext cx="10566400" cy="1422400"/>
          </a:xfrm>
          <a:custGeom>
            <a:avLst/>
            <a:gdLst/>
            <a:ahLst/>
            <a:cxnLst/>
            <a:rect l="l" t="t" r="r" b="b"/>
            <a:pathLst>
              <a:path w="10566400" h="1422400">
                <a:moveTo>
                  <a:pt x="101600" y="1422400"/>
                </a:moveTo>
                <a:lnTo>
                  <a:pt x="101600" y="1422400"/>
                </a:lnTo>
                <a:arcTo hR="101600" wR="101600" stAng="5400000" swAng="5400000"/>
                <a:lnTo>
                  <a:pt x="0" y="101600"/>
                </a:lnTo>
                <a:arcTo hR="101600" wR="101600" stAng="10800000" swAng="5400000"/>
                <a:lnTo>
                  <a:pt x="101600" y="0"/>
                </a:lnTo>
                <a:arcTo hR="101600" wR="50800" stAng="16200000" swAng="-5400000"/>
                <a:lnTo>
                  <a:pt x="50800" y="1320800"/>
                </a:lnTo>
                <a:arcTo hR="101600" wR="50800" stAng="10800000" swAng="-5400000"/>
                <a:close/>
              </a:path>
            </a:pathLst>
          </a:custGeom>
          <a:solidFill>
            <a:srgbClr val="D96B10"/>
          </a:solidFill>
          <a:ln/>
        </p:spPr>
      </p:sp>
      <p:sp>
        <p:nvSpPr>
          <p:cNvPr id="5" name="Text 3"/>
          <p:cNvSpPr/>
          <p:nvPr/>
        </p:nvSpPr>
        <p:spPr>
          <a:xfrm>
            <a:off x="812800" y="32917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D5866"/>
                </a:solidFill>
                <a:latin typeface="Open Sans" pitchFamily="34" charset="0"/>
                <a:ea typeface="Open Sans" pitchFamily="34" charset="-122"/>
                <a:cs typeface="Open Sans" pitchFamily="34" charset="-120"/>
              </a:rPr>
              <a:t>Automatizar y centralizar la información, reducir errores y facilitar la toma de decisiones.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Objetivos específicos</a:t>
            </a:r>
            <a:endParaRPr lang="en-US" sz="3200" dirty="0"/>
          </a:p>
        </p:txBody>
      </p:sp>
      <p:sp>
        <p:nvSpPr>
          <p:cNvPr id="3" name="Shape 1"/>
          <p:cNvSpPr/>
          <p:nvPr/>
        </p:nvSpPr>
        <p:spPr>
          <a:xfrm>
            <a:off x="812800" y="1564580"/>
            <a:ext cx="3386634" cy="2263080"/>
          </a:xfrm>
          <a:prstGeom prst="roundRect">
            <a:avLst>
              <a:gd name="adj" fmla="val 4489"/>
            </a:avLst>
          </a:prstGeom>
          <a:solidFill>
            <a:srgbClr val="FFFFFF"/>
          </a:solidFill>
          <a:ln/>
        </p:spPr>
      </p:sp>
      <p:sp>
        <p:nvSpPr>
          <p:cNvPr id="4" name="Shape 2"/>
          <p:cNvSpPr/>
          <p:nvPr/>
        </p:nvSpPr>
        <p:spPr>
          <a:xfrm>
            <a:off x="812800" y="1564580"/>
            <a:ext cx="3386634" cy="2263080"/>
          </a:xfrm>
          <a:custGeom>
            <a:avLst/>
            <a:gdLst/>
            <a:ahLst/>
            <a:cxnLst/>
            <a:rect l="l" t="t" r="r" b="b"/>
            <a:pathLst>
              <a:path w="3386634" h="2263080">
                <a:moveTo>
                  <a:pt x="101600" y="2263080"/>
                </a:moveTo>
                <a:lnTo>
                  <a:pt x="101600" y="2263080"/>
                </a:lnTo>
                <a:arcTo hR="101600" wR="101600" stAng="5400000" swAng="5400000"/>
                <a:lnTo>
                  <a:pt x="0" y="101600"/>
                </a:lnTo>
                <a:arcTo hR="101600" wR="101600" stAng="10800000" swAng="5400000"/>
                <a:lnTo>
                  <a:pt x="101600" y="0"/>
                </a:lnTo>
                <a:arcTo hR="101600" wR="50800" stAng="16200000" swAng="-5400000"/>
                <a:lnTo>
                  <a:pt x="50800" y="2161480"/>
                </a:lnTo>
                <a:arcTo hR="101600" wR="50800" stAng="10800000" swAng="-5400000"/>
                <a:close/>
              </a:path>
            </a:pathLst>
          </a:custGeom>
          <a:solidFill>
            <a:srgbClr val="D96B10"/>
          </a:solidFill>
          <a:ln/>
        </p:spPr>
      </p:sp>
      <p:sp>
        <p:nvSpPr>
          <p:cNvPr id="5" name="Text 3"/>
          <p:cNvSpPr/>
          <p:nvPr/>
        </p:nvSpPr>
        <p:spPr>
          <a:xfrm>
            <a:off x="1117600" y="1793180"/>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Seguridad</a:t>
            </a:r>
            <a:endParaRPr lang="en-US" sz="1600" dirty="0"/>
          </a:p>
        </p:txBody>
      </p:sp>
      <p:sp>
        <p:nvSpPr>
          <p:cNvPr id="6" name="Text 4"/>
          <p:cNvSpPr/>
          <p:nvPr/>
        </p:nvSpPr>
        <p:spPr>
          <a:xfrm>
            <a:off x="1117600" y="2113161"/>
            <a:ext cx="291266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Gestión de usuarios y roles con acceso seguro.</a:t>
            </a:r>
            <a:endParaRPr lang="en-US" sz="1400" dirty="0"/>
          </a:p>
        </p:txBody>
      </p:sp>
      <p:sp>
        <p:nvSpPr>
          <p:cNvPr id="7" name="Shape 5"/>
          <p:cNvSpPr/>
          <p:nvPr/>
        </p:nvSpPr>
        <p:spPr>
          <a:xfrm>
            <a:off x="4402634" y="1564580"/>
            <a:ext cx="3386634" cy="2263080"/>
          </a:xfrm>
          <a:prstGeom prst="roundRect">
            <a:avLst>
              <a:gd name="adj" fmla="val 4489"/>
            </a:avLst>
          </a:prstGeom>
          <a:solidFill>
            <a:srgbClr val="FFFFFF"/>
          </a:solidFill>
          <a:ln/>
        </p:spPr>
      </p:sp>
      <p:sp>
        <p:nvSpPr>
          <p:cNvPr id="8" name="Shape 6"/>
          <p:cNvSpPr/>
          <p:nvPr/>
        </p:nvSpPr>
        <p:spPr>
          <a:xfrm>
            <a:off x="4402634" y="1564580"/>
            <a:ext cx="3386634" cy="2263080"/>
          </a:xfrm>
          <a:custGeom>
            <a:avLst/>
            <a:gdLst/>
            <a:ahLst/>
            <a:cxnLst/>
            <a:rect l="l" t="t" r="r" b="b"/>
            <a:pathLst>
              <a:path w="3386634" h="2263080">
                <a:moveTo>
                  <a:pt x="101600" y="2263080"/>
                </a:moveTo>
                <a:lnTo>
                  <a:pt x="101600" y="2263080"/>
                </a:lnTo>
                <a:arcTo hR="101600" wR="101600" stAng="5400000" swAng="5400000"/>
                <a:lnTo>
                  <a:pt x="0" y="101600"/>
                </a:lnTo>
                <a:arcTo hR="101600" wR="101600" stAng="10800000" swAng="5400000"/>
                <a:lnTo>
                  <a:pt x="101600" y="0"/>
                </a:lnTo>
                <a:arcTo hR="101600" wR="50800" stAng="16200000" swAng="-5400000"/>
                <a:lnTo>
                  <a:pt x="50800" y="2161480"/>
                </a:lnTo>
                <a:arcTo hR="101600" wR="50800" stAng="10800000" swAng="-5400000"/>
                <a:close/>
              </a:path>
            </a:pathLst>
          </a:custGeom>
          <a:solidFill>
            <a:srgbClr val="D96B10"/>
          </a:solidFill>
          <a:ln/>
        </p:spPr>
      </p:sp>
      <p:sp>
        <p:nvSpPr>
          <p:cNvPr id="9" name="Text 7"/>
          <p:cNvSpPr/>
          <p:nvPr/>
        </p:nvSpPr>
        <p:spPr>
          <a:xfrm>
            <a:off x="4707434" y="1793180"/>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Operatividad</a:t>
            </a:r>
            <a:endParaRPr lang="en-US" sz="1600" dirty="0"/>
          </a:p>
        </p:txBody>
      </p:sp>
      <p:sp>
        <p:nvSpPr>
          <p:cNvPr id="10" name="Text 8"/>
          <p:cNvSpPr/>
          <p:nvPr/>
        </p:nvSpPr>
        <p:spPr>
          <a:xfrm>
            <a:off x="4707434" y="2113161"/>
            <a:ext cx="291266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Seguimiento del estado de los pedidos.</a:t>
            </a:r>
            <a:endParaRPr lang="en-US" sz="1400" dirty="0"/>
          </a:p>
        </p:txBody>
      </p:sp>
      <p:sp>
        <p:nvSpPr>
          <p:cNvPr id="11" name="Shape 9"/>
          <p:cNvSpPr/>
          <p:nvPr/>
        </p:nvSpPr>
        <p:spPr>
          <a:xfrm>
            <a:off x="7992467" y="1564580"/>
            <a:ext cx="3386634" cy="2263080"/>
          </a:xfrm>
          <a:prstGeom prst="roundRect">
            <a:avLst>
              <a:gd name="adj" fmla="val 4489"/>
            </a:avLst>
          </a:prstGeom>
          <a:solidFill>
            <a:srgbClr val="FFFFFF"/>
          </a:solidFill>
          <a:ln/>
        </p:spPr>
      </p:sp>
      <p:sp>
        <p:nvSpPr>
          <p:cNvPr id="12" name="Shape 10"/>
          <p:cNvSpPr/>
          <p:nvPr/>
        </p:nvSpPr>
        <p:spPr>
          <a:xfrm>
            <a:off x="7992467" y="1564580"/>
            <a:ext cx="3386634" cy="2263080"/>
          </a:xfrm>
          <a:custGeom>
            <a:avLst/>
            <a:gdLst/>
            <a:ahLst/>
            <a:cxnLst/>
            <a:rect l="l" t="t" r="r" b="b"/>
            <a:pathLst>
              <a:path w="3386634" h="2263080">
                <a:moveTo>
                  <a:pt x="101600" y="2263080"/>
                </a:moveTo>
                <a:lnTo>
                  <a:pt x="101600" y="2263080"/>
                </a:lnTo>
                <a:arcTo hR="101600" wR="101600" stAng="5400000" swAng="5400000"/>
                <a:lnTo>
                  <a:pt x="0" y="101600"/>
                </a:lnTo>
                <a:arcTo hR="101600" wR="101600" stAng="10800000" swAng="5400000"/>
                <a:lnTo>
                  <a:pt x="101600" y="0"/>
                </a:lnTo>
                <a:arcTo hR="101600" wR="50800" stAng="16200000" swAng="-5400000"/>
                <a:lnTo>
                  <a:pt x="50800" y="2161480"/>
                </a:lnTo>
                <a:arcTo hR="101600" wR="50800" stAng="10800000" swAng="-5400000"/>
                <a:close/>
              </a:path>
            </a:pathLst>
          </a:custGeom>
          <a:solidFill>
            <a:srgbClr val="D96B10"/>
          </a:solidFill>
          <a:ln/>
        </p:spPr>
      </p:sp>
      <p:sp>
        <p:nvSpPr>
          <p:cNvPr id="13" name="Text 11"/>
          <p:cNvSpPr/>
          <p:nvPr/>
        </p:nvSpPr>
        <p:spPr>
          <a:xfrm>
            <a:off x="8297267" y="1793180"/>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Bodega</a:t>
            </a:r>
            <a:endParaRPr lang="en-US" sz="1600" dirty="0"/>
          </a:p>
        </p:txBody>
      </p:sp>
      <p:sp>
        <p:nvSpPr>
          <p:cNvPr id="14" name="Text 12"/>
          <p:cNvSpPr/>
          <p:nvPr/>
        </p:nvSpPr>
        <p:spPr>
          <a:xfrm>
            <a:off x="8297267" y="2113161"/>
            <a:ext cx="291266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Entradas, salidas y existencias de materia prima y producto terminado.</a:t>
            </a:r>
            <a:endParaRPr lang="en-US" sz="1400" dirty="0"/>
          </a:p>
        </p:txBody>
      </p:sp>
      <p:sp>
        <p:nvSpPr>
          <p:cNvPr id="15" name="Shape 13"/>
          <p:cNvSpPr/>
          <p:nvPr/>
        </p:nvSpPr>
        <p:spPr>
          <a:xfrm>
            <a:off x="812800" y="4030861"/>
            <a:ext cx="3386634" cy="2014339"/>
          </a:xfrm>
          <a:prstGeom prst="roundRect">
            <a:avLst>
              <a:gd name="adj" fmla="val 5044"/>
            </a:avLst>
          </a:prstGeom>
          <a:solidFill>
            <a:srgbClr val="FFFFFF"/>
          </a:solidFill>
          <a:ln/>
        </p:spPr>
      </p:sp>
      <p:sp>
        <p:nvSpPr>
          <p:cNvPr id="16" name="Shape 14"/>
          <p:cNvSpPr/>
          <p:nvPr/>
        </p:nvSpPr>
        <p:spPr>
          <a:xfrm>
            <a:off x="812800" y="4030861"/>
            <a:ext cx="3386634" cy="2014339"/>
          </a:xfrm>
          <a:custGeom>
            <a:avLst/>
            <a:gdLst/>
            <a:ahLst/>
            <a:cxnLst/>
            <a:rect l="l" t="t" r="r" b="b"/>
            <a:pathLst>
              <a:path w="3386634" h="2014339">
                <a:moveTo>
                  <a:pt x="101600" y="2014339"/>
                </a:moveTo>
                <a:lnTo>
                  <a:pt x="101600" y="2014339"/>
                </a:lnTo>
                <a:arcTo hR="101600" wR="101600" stAng="5400000" swAng="5400000"/>
                <a:lnTo>
                  <a:pt x="0" y="101600"/>
                </a:lnTo>
                <a:arcTo hR="101600" wR="101600" stAng="10800000" swAng="5400000"/>
                <a:lnTo>
                  <a:pt x="101600" y="0"/>
                </a:lnTo>
                <a:arcTo hR="101600" wR="50800" stAng="16200000" swAng="-5400000"/>
                <a:lnTo>
                  <a:pt x="50800" y="1912739"/>
                </a:lnTo>
                <a:arcTo hR="101600" wR="50800" stAng="10800000" swAng="-5400000"/>
                <a:close/>
              </a:path>
            </a:pathLst>
          </a:custGeom>
          <a:solidFill>
            <a:srgbClr val="D96B10"/>
          </a:solidFill>
          <a:ln/>
        </p:spPr>
      </p:sp>
      <p:sp>
        <p:nvSpPr>
          <p:cNvPr id="17" name="Text 15"/>
          <p:cNvSpPr/>
          <p:nvPr/>
        </p:nvSpPr>
        <p:spPr>
          <a:xfrm>
            <a:off x="1117600" y="4259461"/>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Recursos Humanos</a:t>
            </a:r>
            <a:endParaRPr lang="en-US" sz="1600" dirty="0"/>
          </a:p>
        </p:txBody>
      </p:sp>
      <p:sp>
        <p:nvSpPr>
          <p:cNvPr id="18" name="Text 16"/>
          <p:cNvSpPr/>
          <p:nvPr/>
        </p:nvSpPr>
        <p:spPr>
          <a:xfrm>
            <a:off x="1117600" y="4579441"/>
            <a:ext cx="291266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Registro de entradas, salidas, ausencias y tardanzas.</a:t>
            </a:r>
            <a:endParaRPr lang="en-US" sz="1400" dirty="0"/>
          </a:p>
        </p:txBody>
      </p:sp>
      <p:sp>
        <p:nvSpPr>
          <p:cNvPr id="19" name="Shape 17"/>
          <p:cNvSpPr/>
          <p:nvPr/>
        </p:nvSpPr>
        <p:spPr>
          <a:xfrm>
            <a:off x="4402634" y="4030861"/>
            <a:ext cx="3386634" cy="2014339"/>
          </a:xfrm>
          <a:prstGeom prst="roundRect">
            <a:avLst>
              <a:gd name="adj" fmla="val 5044"/>
            </a:avLst>
          </a:prstGeom>
          <a:solidFill>
            <a:srgbClr val="FFFFFF"/>
          </a:solidFill>
          <a:ln/>
        </p:spPr>
      </p:sp>
      <p:sp>
        <p:nvSpPr>
          <p:cNvPr id="20" name="Shape 18"/>
          <p:cNvSpPr/>
          <p:nvPr/>
        </p:nvSpPr>
        <p:spPr>
          <a:xfrm>
            <a:off x="4402634" y="4030861"/>
            <a:ext cx="3386634" cy="2014339"/>
          </a:xfrm>
          <a:custGeom>
            <a:avLst/>
            <a:gdLst/>
            <a:ahLst/>
            <a:cxnLst/>
            <a:rect l="l" t="t" r="r" b="b"/>
            <a:pathLst>
              <a:path w="3386634" h="2014339">
                <a:moveTo>
                  <a:pt x="101600" y="2014339"/>
                </a:moveTo>
                <a:lnTo>
                  <a:pt x="101600" y="2014339"/>
                </a:lnTo>
                <a:arcTo hR="101600" wR="101600" stAng="5400000" swAng="5400000"/>
                <a:lnTo>
                  <a:pt x="0" y="101600"/>
                </a:lnTo>
                <a:arcTo hR="101600" wR="101600" stAng="10800000" swAng="5400000"/>
                <a:lnTo>
                  <a:pt x="101600" y="0"/>
                </a:lnTo>
                <a:arcTo hR="101600" wR="50800" stAng="16200000" swAng="-5400000"/>
                <a:lnTo>
                  <a:pt x="50800" y="1912739"/>
                </a:lnTo>
                <a:arcTo hR="101600" wR="50800" stAng="10800000" swAng="-5400000"/>
                <a:close/>
              </a:path>
            </a:pathLst>
          </a:custGeom>
          <a:solidFill>
            <a:srgbClr val="D96B10"/>
          </a:solidFill>
          <a:ln/>
        </p:spPr>
      </p:sp>
      <p:sp>
        <p:nvSpPr>
          <p:cNvPr id="21" name="Text 19"/>
          <p:cNvSpPr/>
          <p:nvPr/>
        </p:nvSpPr>
        <p:spPr>
          <a:xfrm>
            <a:off x="4707434" y="4259461"/>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Finanzas</a:t>
            </a:r>
            <a:endParaRPr lang="en-US" sz="1600" dirty="0"/>
          </a:p>
        </p:txBody>
      </p:sp>
      <p:sp>
        <p:nvSpPr>
          <p:cNvPr id="22" name="Text 20"/>
          <p:cNvSpPr/>
          <p:nvPr/>
        </p:nvSpPr>
        <p:spPr>
          <a:xfrm>
            <a:off x="4707434" y="4579441"/>
            <a:ext cx="291266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Control de pagos y estados operativos.</a:t>
            </a:r>
            <a:endParaRPr lang="en-US" sz="1400" dirty="0"/>
          </a:p>
        </p:txBody>
      </p:sp>
      <p:sp>
        <p:nvSpPr>
          <p:cNvPr id="23" name="Shape 21"/>
          <p:cNvSpPr/>
          <p:nvPr/>
        </p:nvSpPr>
        <p:spPr>
          <a:xfrm>
            <a:off x="7992467" y="4030861"/>
            <a:ext cx="3386634" cy="2014339"/>
          </a:xfrm>
          <a:prstGeom prst="roundRect">
            <a:avLst>
              <a:gd name="adj" fmla="val 5044"/>
            </a:avLst>
          </a:prstGeom>
          <a:solidFill>
            <a:srgbClr val="FFFFFF"/>
          </a:solidFill>
          <a:ln/>
        </p:spPr>
      </p:sp>
      <p:sp>
        <p:nvSpPr>
          <p:cNvPr id="24" name="Shape 22"/>
          <p:cNvSpPr/>
          <p:nvPr/>
        </p:nvSpPr>
        <p:spPr>
          <a:xfrm>
            <a:off x="7992467" y="4030861"/>
            <a:ext cx="3386634" cy="2014339"/>
          </a:xfrm>
          <a:custGeom>
            <a:avLst/>
            <a:gdLst/>
            <a:ahLst/>
            <a:cxnLst/>
            <a:rect l="l" t="t" r="r" b="b"/>
            <a:pathLst>
              <a:path w="3386634" h="2014339">
                <a:moveTo>
                  <a:pt x="101600" y="2014339"/>
                </a:moveTo>
                <a:lnTo>
                  <a:pt x="101600" y="2014339"/>
                </a:lnTo>
                <a:arcTo hR="101600" wR="101600" stAng="5400000" swAng="5400000"/>
                <a:lnTo>
                  <a:pt x="0" y="101600"/>
                </a:lnTo>
                <a:arcTo hR="101600" wR="101600" stAng="10800000" swAng="5400000"/>
                <a:lnTo>
                  <a:pt x="101600" y="0"/>
                </a:lnTo>
                <a:arcTo hR="101600" wR="50800" stAng="16200000" swAng="-5400000"/>
                <a:lnTo>
                  <a:pt x="50800" y="1912739"/>
                </a:lnTo>
                <a:arcTo hR="101600" wR="50800" stAng="10800000" swAng="-5400000"/>
                <a:close/>
              </a:path>
            </a:pathLst>
          </a:custGeom>
          <a:solidFill>
            <a:srgbClr val="D96B10"/>
          </a:solidFill>
          <a:ln/>
        </p:spPr>
      </p:sp>
      <p:sp>
        <p:nvSpPr>
          <p:cNvPr id="25" name="Text 23"/>
          <p:cNvSpPr/>
          <p:nvPr/>
        </p:nvSpPr>
        <p:spPr>
          <a:xfrm>
            <a:off x="8297267" y="4259461"/>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Análisis</a:t>
            </a:r>
            <a:endParaRPr lang="en-US" sz="1600" dirty="0"/>
          </a:p>
        </p:txBody>
      </p:sp>
      <p:sp>
        <p:nvSpPr>
          <p:cNvPr id="26" name="Text 24"/>
          <p:cNvSpPr/>
          <p:nvPr/>
        </p:nvSpPr>
        <p:spPr>
          <a:xfrm>
            <a:off x="8297267" y="4579441"/>
            <a:ext cx="291266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Dashboard con reportes consolidados.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B1114"/>
        </a:solidFill>
      </p:bgPr>
    </p:bg>
    <p:spTree>
      <p:nvGrpSpPr>
        <p:cNvPr id="1" name=""/>
        <p:cNvGrpSpPr/>
        <p:nvPr/>
      </p:nvGrpSpPr>
      <p:grpSpPr>
        <a:xfrm>
          <a:off x="0" y="0"/>
          <a:ext cx="0" cy="0"/>
          <a:chOff x="0" y="0"/>
          <a:chExt cx="0" cy="0"/>
        </a:xfrm>
      </p:grpSpPr>
      <p:sp>
        <p:nvSpPr>
          <p:cNvPr id="2" name="Text 0"/>
          <p:cNvSpPr/>
          <p:nvPr>
            <p:ph type="title"/>
          </p:nvPr>
        </p:nvSpPr>
        <p:spPr>
          <a:xfrm>
            <a:off x="812800" y="24663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B27A"/>
                </a:solidFill>
                <a:latin typeface="Montserrat" pitchFamily="34" charset="0"/>
                <a:ea typeface="Montserrat" pitchFamily="34" charset="-122"/>
                <a:cs typeface="Montserrat" pitchFamily="34" charset="-120"/>
              </a:rPr>
              <a:t>Hipótesis</a:t>
            </a:r>
            <a:endParaRPr lang="en-US" sz="3200" dirty="0"/>
          </a:p>
        </p:txBody>
      </p:sp>
      <p:sp>
        <p:nvSpPr>
          <p:cNvPr id="3" name="Text 1"/>
          <p:cNvSpPr/>
          <p:nvPr/>
        </p:nvSpPr>
        <p:spPr>
          <a:xfrm>
            <a:off x="812800" y="3218160"/>
            <a:ext cx="10883392" cy="1198761"/>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FAF7F2"/>
                </a:solidFill>
                <a:latin typeface="Open Sans" pitchFamily="34" charset="0"/>
                <a:ea typeface="Open Sans" pitchFamily="34" charset="-122"/>
                <a:cs typeface="Open Sans" pitchFamily="34" charset="-120"/>
              </a:rPr>
              <a:t>¿El diseño e implementación de un sistema web para la gestión de pedidos, inventarios y control administrativo mejorará la organización de la información y la eficiencia de los procesos administrativos de la empresa?</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Metodología: RUP</a:t>
            </a:r>
            <a:endParaRPr lang="en-US" sz="3200" dirty="0"/>
          </a:p>
        </p:txBody>
      </p:sp>
      <p:sp>
        <p:nvSpPr>
          <p:cNvPr id="3" name="Text 1"/>
          <p:cNvSpPr/>
          <p:nvPr/>
        </p:nvSpPr>
        <p:spPr>
          <a:xfrm>
            <a:off x="812800" y="15645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D5866"/>
                </a:solidFill>
                <a:latin typeface="Open Sans" pitchFamily="34" charset="0"/>
                <a:ea typeface="Open Sans" pitchFamily="34" charset="-122"/>
                <a:cs typeface="Open Sans" pitchFamily="34" charset="-120"/>
              </a:rPr>
              <a:t>Proceso Unificado Racional: iterativo e incremental, adaptable y orientado a software de alta calidad.</a:t>
            </a:r>
            <a:endParaRPr lang="en-US" sz="1600" dirty="0"/>
          </a:p>
        </p:txBody>
      </p:sp>
      <p:sp>
        <p:nvSpPr>
          <p:cNvPr id="4" name="Shape 2"/>
          <p:cNvSpPr/>
          <p:nvPr/>
        </p:nvSpPr>
        <p:spPr>
          <a:xfrm>
            <a:off x="812800" y="2153841"/>
            <a:ext cx="2489200" cy="3337719"/>
          </a:xfrm>
          <a:prstGeom prst="roundRect">
            <a:avLst>
              <a:gd name="adj" fmla="val 4082"/>
            </a:avLst>
          </a:prstGeom>
          <a:solidFill>
            <a:srgbClr val="FFFFFF"/>
          </a:solidFill>
          <a:ln/>
        </p:spPr>
      </p:sp>
      <p:sp>
        <p:nvSpPr>
          <p:cNvPr id="5" name="Shape 3"/>
          <p:cNvSpPr/>
          <p:nvPr/>
        </p:nvSpPr>
        <p:spPr>
          <a:xfrm>
            <a:off x="812800" y="2153841"/>
            <a:ext cx="2489200" cy="3337719"/>
          </a:xfrm>
          <a:custGeom>
            <a:avLst/>
            <a:gdLst/>
            <a:ahLst/>
            <a:cxnLst/>
            <a:rect l="l" t="t" r="r" b="b"/>
            <a:pathLst>
              <a:path w="2489200" h="3337719">
                <a:moveTo>
                  <a:pt x="101600" y="3337719"/>
                </a:moveTo>
                <a:lnTo>
                  <a:pt x="101600" y="3337719"/>
                </a:lnTo>
                <a:arcTo hR="101600" wR="101600" stAng="5400000" swAng="5400000"/>
                <a:lnTo>
                  <a:pt x="0" y="101600"/>
                </a:lnTo>
                <a:arcTo hR="101600" wR="101600" stAng="10800000" swAng="5400000"/>
                <a:lnTo>
                  <a:pt x="101600" y="0"/>
                </a:lnTo>
                <a:arcTo hR="101600" wR="50800" stAng="16200000" swAng="-5400000"/>
                <a:lnTo>
                  <a:pt x="50800" y="3236119"/>
                </a:lnTo>
                <a:arcTo hR="101600" wR="50800" stAng="10800000" swAng="-5400000"/>
                <a:close/>
              </a:path>
            </a:pathLst>
          </a:custGeom>
          <a:solidFill>
            <a:srgbClr val="D96B10"/>
          </a:solidFill>
          <a:ln/>
        </p:spPr>
      </p:sp>
      <p:sp>
        <p:nvSpPr>
          <p:cNvPr id="6" name="Text 4"/>
          <p:cNvSpPr/>
          <p:nvPr/>
        </p:nvSpPr>
        <p:spPr>
          <a:xfrm>
            <a:off x="1117600" y="2382441"/>
            <a:ext cx="19883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Inicio</a:t>
            </a:r>
            <a:endParaRPr lang="en-US" sz="1600" dirty="0"/>
          </a:p>
        </p:txBody>
      </p:sp>
      <p:sp>
        <p:nvSpPr>
          <p:cNvPr id="7" name="Text 5"/>
          <p:cNvSpPr/>
          <p:nvPr/>
        </p:nvSpPr>
        <p:spPr>
          <a:xfrm>
            <a:off x="1117600" y="2702421"/>
            <a:ext cx="19883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Alcance, viabilidad y objetivos.</a:t>
            </a:r>
            <a:endParaRPr lang="en-US" sz="1400" dirty="0"/>
          </a:p>
        </p:txBody>
      </p:sp>
      <p:sp>
        <p:nvSpPr>
          <p:cNvPr id="8" name="Shape 6"/>
          <p:cNvSpPr/>
          <p:nvPr/>
        </p:nvSpPr>
        <p:spPr>
          <a:xfrm>
            <a:off x="3505200" y="2153841"/>
            <a:ext cx="2489200" cy="3337719"/>
          </a:xfrm>
          <a:prstGeom prst="roundRect">
            <a:avLst>
              <a:gd name="adj" fmla="val 4082"/>
            </a:avLst>
          </a:prstGeom>
          <a:solidFill>
            <a:srgbClr val="FFFFFF"/>
          </a:solidFill>
          <a:ln/>
        </p:spPr>
      </p:sp>
      <p:sp>
        <p:nvSpPr>
          <p:cNvPr id="9" name="Shape 7"/>
          <p:cNvSpPr/>
          <p:nvPr/>
        </p:nvSpPr>
        <p:spPr>
          <a:xfrm>
            <a:off x="3505200" y="2153841"/>
            <a:ext cx="2489200" cy="3337719"/>
          </a:xfrm>
          <a:custGeom>
            <a:avLst/>
            <a:gdLst/>
            <a:ahLst/>
            <a:cxnLst/>
            <a:rect l="l" t="t" r="r" b="b"/>
            <a:pathLst>
              <a:path w="2489200" h="3337719">
                <a:moveTo>
                  <a:pt x="101600" y="3337719"/>
                </a:moveTo>
                <a:lnTo>
                  <a:pt x="101600" y="3337719"/>
                </a:lnTo>
                <a:arcTo hR="101600" wR="101600" stAng="5400000" swAng="5400000"/>
                <a:lnTo>
                  <a:pt x="0" y="101600"/>
                </a:lnTo>
                <a:arcTo hR="101600" wR="101600" stAng="10800000" swAng="5400000"/>
                <a:lnTo>
                  <a:pt x="101600" y="0"/>
                </a:lnTo>
                <a:arcTo hR="101600" wR="50800" stAng="16200000" swAng="-5400000"/>
                <a:lnTo>
                  <a:pt x="50800" y="3236119"/>
                </a:lnTo>
                <a:arcTo hR="101600" wR="50800" stAng="10800000" swAng="-5400000"/>
                <a:close/>
              </a:path>
            </a:pathLst>
          </a:custGeom>
          <a:solidFill>
            <a:srgbClr val="D96B10"/>
          </a:solidFill>
          <a:ln/>
        </p:spPr>
      </p:sp>
      <p:sp>
        <p:nvSpPr>
          <p:cNvPr id="10" name="Text 8"/>
          <p:cNvSpPr/>
          <p:nvPr/>
        </p:nvSpPr>
        <p:spPr>
          <a:xfrm>
            <a:off x="3810000" y="2382441"/>
            <a:ext cx="19883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Elaboración</a:t>
            </a:r>
            <a:endParaRPr lang="en-US" sz="1600" dirty="0"/>
          </a:p>
        </p:txBody>
      </p:sp>
      <p:sp>
        <p:nvSpPr>
          <p:cNvPr id="11" name="Text 9"/>
          <p:cNvSpPr/>
          <p:nvPr/>
        </p:nvSpPr>
        <p:spPr>
          <a:xfrm>
            <a:off x="3810000" y="2702421"/>
            <a:ext cx="19883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Análisis y diseño de arquitectura.</a:t>
            </a:r>
            <a:endParaRPr lang="en-US" sz="1400" dirty="0"/>
          </a:p>
        </p:txBody>
      </p:sp>
      <p:sp>
        <p:nvSpPr>
          <p:cNvPr id="12" name="Shape 10"/>
          <p:cNvSpPr/>
          <p:nvPr/>
        </p:nvSpPr>
        <p:spPr>
          <a:xfrm>
            <a:off x="6197600" y="2153841"/>
            <a:ext cx="2489200" cy="3337719"/>
          </a:xfrm>
          <a:prstGeom prst="roundRect">
            <a:avLst>
              <a:gd name="adj" fmla="val 4082"/>
            </a:avLst>
          </a:prstGeom>
          <a:solidFill>
            <a:srgbClr val="FFFFFF"/>
          </a:solidFill>
          <a:ln/>
        </p:spPr>
      </p:sp>
      <p:sp>
        <p:nvSpPr>
          <p:cNvPr id="13" name="Shape 11"/>
          <p:cNvSpPr/>
          <p:nvPr/>
        </p:nvSpPr>
        <p:spPr>
          <a:xfrm>
            <a:off x="6197600" y="2153841"/>
            <a:ext cx="2489200" cy="3337719"/>
          </a:xfrm>
          <a:custGeom>
            <a:avLst/>
            <a:gdLst/>
            <a:ahLst/>
            <a:cxnLst/>
            <a:rect l="l" t="t" r="r" b="b"/>
            <a:pathLst>
              <a:path w="2489200" h="3337719">
                <a:moveTo>
                  <a:pt x="101600" y="3337719"/>
                </a:moveTo>
                <a:lnTo>
                  <a:pt x="101600" y="3337719"/>
                </a:lnTo>
                <a:arcTo hR="101600" wR="101600" stAng="5400000" swAng="5400000"/>
                <a:lnTo>
                  <a:pt x="0" y="101600"/>
                </a:lnTo>
                <a:arcTo hR="101600" wR="101600" stAng="10800000" swAng="5400000"/>
                <a:lnTo>
                  <a:pt x="101600" y="0"/>
                </a:lnTo>
                <a:arcTo hR="101600" wR="50800" stAng="16200000" swAng="-5400000"/>
                <a:lnTo>
                  <a:pt x="50800" y="3236119"/>
                </a:lnTo>
                <a:arcTo hR="101600" wR="50800" stAng="10800000" swAng="-5400000"/>
                <a:close/>
              </a:path>
            </a:pathLst>
          </a:custGeom>
          <a:solidFill>
            <a:srgbClr val="D96B10"/>
          </a:solidFill>
          <a:ln/>
        </p:spPr>
      </p:sp>
      <p:sp>
        <p:nvSpPr>
          <p:cNvPr id="14" name="Text 12"/>
          <p:cNvSpPr/>
          <p:nvPr/>
        </p:nvSpPr>
        <p:spPr>
          <a:xfrm>
            <a:off x="6502400" y="2382441"/>
            <a:ext cx="19883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Construcción</a:t>
            </a:r>
            <a:endParaRPr lang="en-US" sz="1600" dirty="0"/>
          </a:p>
        </p:txBody>
      </p:sp>
      <p:sp>
        <p:nvSpPr>
          <p:cNvPr id="15" name="Text 13"/>
          <p:cNvSpPr/>
          <p:nvPr/>
        </p:nvSpPr>
        <p:spPr>
          <a:xfrm>
            <a:off x="6502400" y="2702421"/>
            <a:ext cx="19883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Código, pruebas e integración.</a:t>
            </a:r>
            <a:endParaRPr lang="en-US" sz="1400" dirty="0"/>
          </a:p>
        </p:txBody>
      </p:sp>
      <p:sp>
        <p:nvSpPr>
          <p:cNvPr id="16" name="Shape 14"/>
          <p:cNvSpPr/>
          <p:nvPr/>
        </p:nvSpPr>
        <p:spPr>
          <a:xfrm>
            <a:off x="8890000" y="2153841"/>
            <a:ext cx="2489200" cy="3337719"/>
          </a:xfrm>
          <a:prstGeom prst="roundRect">
            <a:avLst>
              <a:gd name="adj" fmla="val 4082"/>
            </a:avLst>
          </a:prstGeom>
          <a:solidFill>
            <a:srgbClr val="FFFFFF"/>
          </a:solidFill>
          <a:ln/>
        </p:spPr>
      </p:sp>
      <p:sp>
        <p:nvSpPr>
          <p:cNvPr id="17" name="Shape 15"/>
          <p:cNvSpPr/>
          <p:nvPr/>
        </p:nvSpPr>
        <p:spPr>
          <a:xfrm>
            <a:off x="8890000" y="2153841"/>
            <a:ext cx="2489200" cy="3337719"/>
          </a:xfrm>
          <a:custGeom>
            <a:avLst/>
            <a:gdLst/>
            <a:ahLst/>
            <a:cxnLst/>
            <a:rect l="l" t="t" r="r" b="b"/>
            <a:pathLst>
              <a:path w="2489200" h="3337719">
                <a:moveTo>
                  <a:pt x="101600" y="3337719"/>
                </a:moveTo>
                <a:lnTo>
                  <a:pt x="101600" y="3337719"/>
                </a:lnTo>
                <a:arcTo hR="101600" wR="101600" stAng="5400000" swAng="5400000"/>
                <a:lnTo>
                  <a:pt x="0" y="101600"/>
                </a:lnTo>
                <a:arcTo hR="101600" wR="101600" stAng="10800000" swAng="5400000"/>
                <a:lnTo>
                  <a:pt x="101600" y="0"/>
                </a:lnTo>
                <a:arcTo hR="101600" wR="50800" stAng="16200000" swAng="-5400000"/>
                <a:lnTo>
                  <a:pt x="50800" y="3236119"/>
                </a:lnTo>
                <a:arcTo hR="101600" wR="50800" stAng="10800000" swAng="-5400000"/>
                <a:close/>
              </a:path>
            </a:pathLst>
          </a:custGeom>
          <a:solidFill>
            <a:srgbClr val="D96B10"/>
          </a:solidFill>
          <a:ln/>
        </p:spPr>
      </p:sp>
      <p:sp>
        <p:nvSpPr>
          <p:cNvPr id="18" name="Text 16"/>
          <p:cNvSpPr/>
          <p:nvPr/>
        </p:nvSpPr>
        <p:spPr>
          <a:xfrm>
            <a:off x="9194800" y="2382441"/>
            <a:ext cx="19883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Transición</a:t>
            </a:r>
            <a:endParaRPr lang="en-US" sz="1600" dirty="0"/>
          </a:p>
        </p:txBody>
      </p:sp>
      <p:sp>
        <p:nvSpPr>
          <p:cNvPr id="19" name="Text 17"/>
          <p:cNvSpPr/>
          <p:nvPr/>
        </p:nvSpPr>
        <p:spPr>
          <a:xfrm>
            <a:off x="9194800" y="2702421"/>
            <a:ext cx="19883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Implementación, capacitación y entrega.</a:t>
            </a:r>
            <a:endParaRPr lang="en-US" sz="1400" dirty="0"/>
          </a:p>
        </p:txBody>
      </p:sp>
      <p:sp>
        <p:nvSpPr>
          <p:cNvPr id="20" name="Text 18"/>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96B10"/>
                </a:solidFill>
                <a:latin typeface="Open Sans" pitchFamily="34" charset="0"/>
                <a:ea typeface="Open Sans" pitchFamily="34" charset="-122"/>
                <a:cs typeface="Open Sans" pitchFamily="34" charset="-120"/>
              </a:rPr>
              <a:t>Minimiza riesgos y verifica la calidad de forma continua.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RUP iterativo: cómo se aplicó</a:t>
            </a:r>
            <a:endParaRPr lang="en-US" sz="3200" dirty="0"/>
          </a:p>
        </p:txBody>
      </p:sp>
      <p:sp>
        <p:nvSpPr>
          <p:cNvPr id="3" name="Text 1"/>
          <p:cNvSpPr/>
          <p:nvPr/>
        </p:nvSpPr>
        <p:spPr>
          <a:xfrm>
            <a:off x="812800" y="1513780"/>
            <a:ext cx="2032000" cy="502841"/>
          </a:xfrm>
          <a:prstGeom prst="roundRect">
            <a:avLst>
              <a:gd name="adj" fmla="val 15154"/>
            </a:avLst>
          </a:prstGeom>
          <a:solidFill>
            <a:srgbClr val="7B1114"/>
          </a:solidFill>
          <a:ln/>
        </p:spPr>
        <p:txBody>
          <a:bodyPr wrap="square" lIns="78012" tIns="104682" rIns="78012" bIns="79282" rtlCol="0" anchor="t">
            <a:normAutofit/>
          </a:bodyPr>
          <a:lstStyle/>
          <a:p>
            <a:pPr algn="ctr" indent="0" marL="0">
              <a:lnSpc>
                <a:spcPts val="1960"/>
              </a:lnSpc>
              <a:buNone/>
            </a:pPr>
            <a:r>
              <a:rPr lang="en-US" sz="1400" b="1" dirty="0">
                <a:solidFill>
                  <a:srgbClr val="FAF7F2"/>
                </a:solidFill>
                <a:latin typeface="Open Sans" pitchFamily="34" charset="0"/>
                <a:ea typeface="Open Sans" pitchFamily="34" charset="-122"/>
                <a:cs typeface="Open Sans" pitchFamily="34" charset="-120"/>
              </a:rPr>
              <a:t>Análisis</a:t>
            </a:r>
            <a:endParaRPr lang="en-US" sz="1400" dirty="0"/>
          </a:p>
        </p:txBody>
      </p:sp>
      <p:sp>
        <p:nvSpPr>
          <p:cNvPr id="4" name="Text 2"/>
          <p:cNvSpPr/>
          <p:nvPr/>
        </p:nvSpPr>
        <p:spPr>
          <a:xfrm>
            <a:off x="2946400" y="1513780"/>
            <a:ext cx="2032000" cy="502841"/>
          </a:xfrm>
          <a:prstGeom prst="roundRect">
            <a:avLst>
              <a:gd name="adj" fmla="val 15154"/>
            </a:avLst>
          </a:prstGeom>
          <a:solidFill>
            <a:srgbClr val="7B1114"/>
          </a:solidFill>
          <a:ln/>
        </p:spPr>
        <p:txBody>
          <a:bodyPr wrap="square" lIns="78012" tIns="104682" rIns="78012" bIns="79282" rtlCol="0" anchor="t">
            <a:normAutofit/>
          </a:bodyPr>
          <a:lstStyle/>
          <a:p>
            <a:pPr algn="ctr" indent="0" marL="0">
              <a:lnSpc>
                <a:spcPts val="1960"/>
              </a:lnSpc>
              <a:buNone/>
            </a:pPr>
            <a:r>
              <a:rPr lang="en-US" sz="1400" b="1" dirty="0">
                <a:solidFill>
                  <a:srgbClr val="FAF7F2"/>
                </a:solidFill>
                <a:latin typeface="Open Sans" pitchFamily="34" charset="0"/>
                <a:ea typeface="Open Sans" pitchFamily="34" charset="-122"/>
                <a:cs typeface="Open Sans" pitchFamily="34" charset="-120"/>
              </a:rPr>
              <a:t>Diseño</a:t>
            </a:r>
            <a:endParaRPr lang="en-US" sz="1400" dirty="0"/>
          </a:p>
        </p:txBody>
      </p:sp>
      <p:sp>
        <p:nvSpPr>
          <p:cNvPr id="5" name="Text 3"/>
          <p:cNvSpPr/>
          <p:nvPr/>
        </p:nvSpPr>
        <p:spPr>
          <a:xfrm>
            <a:off x="5080000" y="1513780"/>
            <a:ext cx="2032000" cy="502841"/>
          </a:xfrm>
          <a:prstGeom prst="roundRect">
            <a:avLst>
              <a:gd name="adj" fmla="val 15154"/>
            </a:avLst>
          </a:prstGeom>
          <a:solidFill>
            <a:srgbClr val="7B1114"/>
          </a:solidFill>
          <a:ln/>
        </p:spPr>
        <p:txBody>
          <a:bodyPr wrap="square" lIns="78012" tIns="104682" rIns="78012" bIns="79282" rtlCol="0" anchor="t">
            <a:normAutofit/>
          </a:bodyPr>
          <a:lstStyle/>
          <a:p>
            <a:pPr algn="ctr" indent="0" marL="0">
              <a:lnSpc>
                <a:spcPts val="1960"/>
              </a:lnSpc>
              <a:buNone/>
            </a:pPr>
            <a:r>
              <a:rPr lang="en-US" sz="1400" b="1" dirty="0">
                <a:solidFill>
                  <a:srgbClr val="FAF7F2"/>
                </a:solidFill>
                <a:latin typeface="Open Sans" pitchFamily="34" charset="0"/>
                <a:ea typeface="Open Sans" pitchFamily="34" charset="-122"/>
                <a:cs typeface="Open Sans" pitchFamily="34" charset="-120"/>
              </a:rPr>
              <a:t>Desarrollo</a:t>
            </a:r>
            <a:endParaRPr lang="en-US" sz="1400" dirty="0"/>
          </a:p>
        </p:txBody>
      </p:sp>
      <p:sp>
        <p:nvSpPr>
          <p:cNvPr id="6" name="Text 4"/>
          <p:cNvSpPr/>
          <p:nvPr/>
        </p:nvSpPr>
        <p:spPr>
          <a:xfrm>
            <a:off x="7213600" y="1513780"/>
            <a:ext cx="2032000" cy="502841"/>
          </a:xfrm>
          <a:prstGeom prst="roundRect">
            <a:avLst>
              <a:gd name="adj" fmla="val 15154"/>
            </a:avLst>
          </a:prstGeom>
          <a:solidFill>
            <a:srgbClr val="7B1114"/>
          </a:solidFill>
          <a:ln/>
        </p:spPr>
        <p:txBody>
          <a:bodyPr wrap="square" lIns="78012" tIns="104682" rIns="78012" bIns="79282" rtlCol="0" anchor="t">
            <a:normAutofit/>
          </a:bodyPr>
          <a:lstStyle/>
          <a:p>
            <a:pPr algn="ctr" indent="0" marL="0">
              <a:lnSpc>
                <a:spcPts val="1960"/>
              </a:lnSpc>
              <a:buNone/>
            </a:pPr>
            <a:r>
              <a:rPr lang="en-US" sz="1400" b="1" dirty="0">
                <a:solidFill>
                  <a:srgbClr val="FAF7F2"/>
                </a:solidFill>
                <a:latin typeface="Open Sans" pitchFamily="34" charset="0"/>
                <a:ea typeface="Open Sans" pitchFamily="34" charset="-122"/>
                <a:cs typeface="Open Sans" pitchFamily="34" charset="-120"/>
              </a:rPr>
              <a:t>Pruebas</a:t>
            </a:r>
            <a:endParaRPr lang="en-US" sz="1400" dirty="0"/>
          </a:p>
        </p:txBody>
      </p:sp>
      <p:sp>
        <p:nvSpPr>
          <p:cNvPr id="7" name="Text 5"/>
          <p:cNvSpPr/>
          <p:nvPr/>
        </p:nvSpPr>
        <p:spPr>
          <a:xfrm>
            <a:off x="9347200" y="1513780"/>
            <a:ext cx="2032000" cy="502841"/>
          </a:xfrm>
          <a:prstGeom prst="roundRect">
            <a:avLst>
              <a:gd name="adj" fmla="val 15154"/>
            </a:avLst>
          </a:prstGeom>
          <a:solidFill>
            <a:srgbClr val="7B1114"/>
          </a:solidFill>
          <a:ln/>
        </p:spPr>
        <p:txBody>
          <a:bodyPr wrap="square" lIns="78012" tIns="104682" rIns="78012" bIns="79282" rtlCol="0" anchor="t">
            <a:normAutofit/>
          </a:bodyPr>
          <a:lstStyle/>
          <a:p>
            <a:pPr algn="ctr" indent="0" marL="0">
              <a:lnSpc>
                <a:spcPts val="1960"/>
              </a:lnSpc>
              <a:buNone/>
            </a:pPr>
            <a:r>
              <a:rPr lang="en-US" sz="1400" b="1" dirty="0">
                <a:solidFill>
                  <a:srgbClr val="FAF7F2"/>
                </a:solidFill>
                <a:latin typeface="Open Sans" pitchFamily="34" charset="0"/>
                <a:ea typeface="Open Sans" pitchFamily="34" charset="-122"/>
                <a:cs typeface="Open Sans" pitchFamily="34" charset="-120"/>
              </a:rPr>
              <a:t>Ajustes</a:t>
            </a:r>
            <a:endParaRPr lang="en-US" sz="1400" dirty="0"/>
          </a:p>
        </p:txBody>
      </p:sp>
      <p:sp>
        <p:nvSpPr>
          <p:cNvPr id="8" name="Shape 6"/>
          <p:cNvSpPr/>
          <p:nvPr/>
        </p:nvSpPr>
        <p:spPr>
          <a:xfrm>
            <a:off x="812800" y="2270621"/>
            <a:ext cx="3386634" cy="1587202"/>
          </a:xfrm>
          <a:prstGeom prst="roundRect">
            <a:avLst>
              <a:gd name="adj" fmla="val 6401"/>
            </a:avLst>
          </a:prstGeom>
          <a:solidFill>
            <a:srgbClr val="FFFFFF"/>
          </a:solidFill>
          <a:ln/>
        </p:spPr>
      </p:sp>
      <p:sp>
        <p:nvSpPr>
          <p:cNvPr id="9" name="Shape 7"/>
          <p:cNvSpPr/>
          <p:nvPr/>
        </p:nvSpPr>
        <p:spPr>
          <a:xfrm>
            <a:off x="812800" y="2270621"/>
            <a:ext cx="3386634" cy="1587202"/>
          </a:xfrm>
          <a:custGeom>
            <a:avLst/>
            <a:gdLst/>
            <a:ahLst/>
            <a:cxnLst/>
            <a:rect l="l" t="t" r="r" b="b"/>
            <a:pathLst>
              <a:path w="3386634" h="1587202">
                <a:moveTo>
                  <a:pt x="101600" y="1587202"/>
                </a:moveTo>
                <a:lnTo>
                  <a:pt x="101600" y="1587202"/>
                </a:lnTo>
                <a:arcTo hR="101600" wR="101600" stAng="5400000" swAng="5400000"/>
                <a:lnTo>
                  <a:pt x="0" y="101600"/>
                </a:lnTo>
                <a:arcTo hR="101600" wR="101600" stAng="10800000" swAng="5400000"/>
                <a:lnTo>
                  <a:pt x="101600" y="0"/>
                </a:lnTo>
                <a:arcTo hR="101600" wR="50800" stAng="16200000" swAng="-5400000"/>
                <a:lnTo>
                  <a:pt x="50800" y="1485602"/>
                </a:lnTo>
                <a:arcTo hR="101600" wR="50800" stAng="10800000" swAng="-5400000"/>
                <a:close/>
              </a:path>
            </a:pathLst>
          </a:custGeom>
          <a:solidFill>
            <a:srgbClr val="D96B10"/>
          </a:solidFill>
          <a:ln/>
        </p:spPr>
      </p:sp>
      <p:sp>
        <p:nvSpPr>
          <p:cNvPr id="10" name="Text 8"/>
          <p:cNvSpPr/>
          <p:nvPr/>
        </p:nvSpPr>
        <p:spPr>
          <a:xfrm>
            <a:off x="1092200" y="2448421"/>
            <a:ext cx="29649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Iterativo</a:t>
            </a:r>
            <a:endParaRPr lang="en-US" sz="1600" dirty="0"/>
          </a:p>
        </p:txBody>
      </p:sp>
      <p:sp>
        <p:nvSpPr>
          <p:cNvPr id="11" name="Text 9"/>
          <p:cNvSpPr/>
          <p:nvPr/>
        </p:nvSpPr>
        <p:spPr>
          <a:xfrm>
            <a:off x="1092200" y="2755702"/>
            <a:ext cx="29649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El mismo ciclo se repitió en cada módulo, corrigiendo antes de pasar al siguiente.</a:t>
            </a:r>
            <a:endParaRPr lang="en-US" sz="1300" dirty="0"/>
          </a:p>
        </p:txBody>
      </p:sp>
      <p:sp>
        <p:nvSpPr>
          <p:cNvPr id="12" name="Shape 10"/>
          <p:cNvSpPr/>
          <p:nvPr/>
        </p:nvSpPr>
        <p:spPr>
          <a:xfrm>
            <a:off x="4402634" y="2270621"/>
            <a:ext cx="3386634" cy="1587202"/>
          </a:xfrm>
          <a:prstGeom prst="roundRect">
            <a:avLst>
              <a:gd name="adj" fmla="val 6401"/>
            </a:avLst>
          </a:prstGeom>
          <a:solidFill>
            <a:srgbClr val="FFFFFF"/>
          </a:solidFill>
          <a:ln/>
        </p:spPr>
      </p:sp>
      <p:sp>
        <p:nvSpPr>
          <p:cNvPr id="13" name="Shape 11"/>
          <p:cNvSpPr/>
          <p:nvPr/>
        </p:nvSpPr>
        <p:spPr>
          <a:xfrm>
            <a:off x="4402634" y="2270621"/>
            <a:ext cx="3386634" cy="1587202"/>
          </a:xfrm>
          <a:custGeom>
            <a:avLst/>
            <a:gdLst/>
            <a:ahLst/>
            <a:cxnLst/>
            <a:rect l="l" t="t" r="r" b="b"/>
            <a:pathLst>
              <a:path w="3386634" h="1587202">
                <a:moveTo>
                  <a:pt x="101600" y="1587202"/>
                </a:moveTo>
                <a:lnTo>
                  <a:pt x="101600" y="1587202"/>
                </a:lnTo>
                <a:arcTo hR="101600" wR="101600" stAng="5400000" swAng="5400000"/>
                <a:lnTo>
                  <a:pt x="0" y="101600"/>
                </a:lnTo>
                <a:arcTo hR="101600" wR="101600" stAng="10800000" swAng="5400000"/>
                <a:lnTo>
                  <a:pt x="101600" y="0"/>
                </a:lnTo>
                <a:arcTo hR="101600" wR="50800" stAng="16200000" swAng="-5400000"/>
                <a:lnTo>
                  <a:pt x="50800" y="1485602"/>
                </a:lnTo>
                <a:arcTo hR="101600" wR="50800" stAng="10800000" swAng="-5400000"/>
                <a:close/>
              </a:path>
            </a:pathLst>
          </a:custGeom>
          <a:solidFill>
            <a:srgbClr val="D96B10"/>
          </a:solidFill>
          <a:ln/>
        </p:spPr>
      </p:sp>
      <p:sp>
        <p:nvSpPr>
          <p:cNvPr id="14" name="Text 12"/>
          <p:cNvSpPr/>
          <p:nvPr/>
        </p:nvSpPr>
        <p:spPr>
          <a:xfrm>
            <a:off x="4682034" y="2448421"/>
            <a:ext cx="29649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Incremental</a:t>
            </a:r>
            <a:endParaRPr lang="en-US" sz="1600" dirty="0"/>
          </a:p>
        </p:txBody>
      </p:sp>
      <p:sp>
        <p:nvSpPr>
          <p:cNvPr id="15" name="Text 13"/>
          <p:cNvSpPr/>
          <p:nvPr/>
        </p:nvSpPr>
        <p:spPr>
          <a:xfrm>
            <a:off x="4682034" y="2755702"/>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Cada iteración sumó funcionalidad al sistema sin rehacer lo anterior.</a:t>
            </a:r>
            <a:endParaRPr lang="en-US" sz="1300" dirty="0"/>
          </a:p>
        </p:txBody>
      </p:sp>
      <p:sp>
        <p:nvSpPr>
          <p:cNvPr id="16" name="Shape 14"/>
          <p:cNvSpPr/>
          <p:nvPr/>
        </p:nvSpPr>
        <p:spPr>
          <a:xfrm>
            <a:off x="7992467" y="2270621"/>
            <a:ext cx="3386634" cy="1587202"/>
          </a:xfrm>
          <a:prstGeom prst="roundRect">
            <a:avLst>
              <a:gd name="adj" fmla="val 6401"/>
            </a:avLst>
          </a:prstGeom>
          <a:solidFill>
            <a:srgbClr val="FFFFFF"/>
          </a:solidFill>
          <a:ln/>
        </p:spPr>
      </p:sp>
      <p:sp>
        <p:nvSpPr>
          <p:cNvPr id="17" name="Shape 15"/>
          <p:cNvSpPr/>
          <p:nvPr/>
        </p:nvSpPr>
        <p:spPr>
          <a:xfrm>
            <a:off x="7992467" y="2270621"/>
            <a:ext cx="3386634" cy="1587202"/>
          </a:xfrm>
          <a:custGeom>
            <a:avLst/>
            <a:gdLst/>
            <a:ahLst/>
            <a:cxnLst/>
            <a:rect l="l" t="t" r="r" b="b"/>
            <a:pathLst>
              <a:path w="3386634" h="1587202">
                <a:moveTo>
                  <a:pt x="101600" y="1587202"/>
                </a:moveTo>
                <a:lnTo>
                  <a:pt x="101600" y="1587202"/>
                </a:lnTo>
                <a:arcTo hR="101600" wR="101600" stAng="5400000" swAng="5400000"/>
                <a:lnTo>
                  <a:pt x="0" y="101600"/>
                </a:lnTo>
                <a:arcTo hR="101600" wR="101600" stAng="10800000" swAng="5400000"/>
                <a:lnTo>
                  <a:pt x="101600" y="0"/>
                </a:lnTo>
                <a:arcTo hR="101600" wR="50800" stAng="16200000" swAng="-5400000"/>
                <a:lnTo>
                  <a:pt x="50800" y="1485602"/>
                </a:lnTo>
                <a:arcTo hR="101600" wR="50800" stAng="10800000" swAng="-5400000"/>
                <a:close/>
              </a:path>
            </a:pathLst>
          </a:custGeom>
          <a:solidFill>
            <a:srgbClr val="D96B10"/>
          </a:solidFill>
          <a:ln/>
        </p:spPr>
      </p:sp>
      <p:sp>
        <p:nvSpPr>
          <p:cNvPr id="18" name="Text 16"/>
          <p:cNvSpPr/>
          <p:nvPr/>
        </p:nvSpPr>
        <p:spPr>
          <a:xfrm>
            <a:off x="8271867" y="2448421"/>
            <a:ext cx="29649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Seis iteraciones</a:t>
            </a:r>
            <a:endParaRPr lang="en-US" sz="1600" dirty="0"/>
          </a:p>
        </p:txBody>
      </p:sp>
      <p:sp>
        <p:nvSpPr>
          <p:cNvPr id="19" name="Text 17"/>
          <p:cNvSpPr/>
          <p:nvPr/>
        </p:nvSpPr>
        <p:spPr>
          <a:xfrm>
            <a:off x="8271867" y="2755702"/>
            <a:ext cx="2964993"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D5866"/>
                </a:solidFill>
                <a:latin typeface="Open Sans" pitchFamily="34" charset="0"/>
                <a:ea typeface="Open Sans" pitchFamily="34" charset="-122"/>
                <a:cs typeface="Open Sans" pitchFamily="34" charset="-120"/>
              </a:rPr>
              <a:t>Una por módulo, de marzo a septiembre: usuarios, pedidos, inventarios, pagos, asistencia y reportes.</a:t>
            </a:r>
            <a:endParaRPr lang="en-US" sz="1300" dirty="0"/>
          </a:p>
        </p:txBody>
      </p:sp>
      <p:sp>
        <p:nvSpPr>
          <p:cNvPr id="20" name="Text 18"/>
          <p:cNvSpPr/>
          <p:nvPr/>
        </p:nvSpPr>
        <p:spPr>
          <a:xfrm>
            <a:off x="812800" y="41118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96B10"/>
                </a:solidFill>
                <a:latin typeface="Open Sans" pitchFamily="34" charset="0"/>
                <a:ea typeface="Open Sans" pitchFamily="34" charset="-122"/>
                <a:cs typeface="Open Sans" pitchFamily="34" charset="-120"/>
              </a:rPr>
              <a:t>Fase de transición (28 sep – 09 oct): integración general, pruebas finales y capacitación.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Factibilidad técnica</a:t>
            </a:r>
            <a:endParaRPr lang="en-US" sz="3200" dirty="0"/>
          </a:p>
        </p:txBody>
      </p:sp>
      <p:sp>
        <p:nvSpPr>
          <p:cNvPr id="3" name="Shape 1"/>
          <p:cNvSpPr/>
          <p:nvPr/>
        </p:nvSpPr>
        <p:spPr>
          <a:xfrm>
            <a:off x="812800" y="1564580"/>
            <a:ext cx="5181600" cy="2138660"/>
          </a:xfrm>
          <a:prstGeom prst="roundRect">
            <a:avLst>
              <a:gd name="adj" fmla="val 4751"/>
            </a:avLst>
          </a:prstGeom>
          <a:solidFill>
            <a:srgbClr val="FFFFFF"/>
          </a:solidFill>
          <a:ln/>
        </p:spPr>
      </p:sp>
      <p:sp>
        <p:nvSpPr>
          <p:cNvPr id="4" name="Shape 2"/>
          <p:cNvSpPr/>
          <p:nvPr/>
        </p:nvSpPr>
        <p:spPr>
          <a:xfrm>
            <a:off x="812800" y="1564580"/>
            <a:ext cx="5181600" cy="2138660"/>
          </a:xfrm>
          <a:custGeom>
            <a:avLst/>
            <a:gdLst/>
            <a:ahLst/>
            <a:cxnLst/>
            <a:rect l="l" t="t" r="r" b="b"/>
            <a:pathLst>
              <a:path w="5181600" h="2138660">
                <a:moveTo>
                  <a:pt x="101600" y="2138660"/>
                </a:moveTo>
                <a:lnTo>
                  <a:pt x="101600" y="2138660"/>
                </a:lnTo>
                <a:arcTo hR="101600" wR="101600" stAng="5400000" swAng="5400000"/>
                <a:lnTo>
                  <a:pt x="0" y="101600"/>
                </a:lnTo>
                <a:arcTo hR="101600" wR="101600" stAng="10800000" swAng="5400000"/>
                <a:lnTo>
                  <a:pt x="101600" y="0"/>
                </a:lnTo>
                <a:arcTo hR="101600" wR="50800" stAng="16200000" swAng="-5400000"/>
                <a:lnTo>
                  <a:pt x="50800" y="2037060"/>
                </a:lnTo>
                <a:arcTo hR="101600" wR="50800" stAng="10800000" swAng="-5400000"/>
                <a:close/>
              </a:path>
            </a:pathLst>
          </a:custGeom>
          <a:solidFill>
            <a:srgbClr val="D96B10"/>
          </a:solidFill>
          <a:ln/>
        </p:spPr>
      </p:sp>
      <p:sp>
        <p:nvSpPr>
          <p:cNvPr id="5" name="Text 3"/>
          <p:cNvSpPr/>
          <p:nvPr/>
        </p:nvSpPr>
        <p:spPr>
          <a:xfrm>
            <a:off x="11176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Frontend</a:t>
            </a:r>
            <a:endParaRPr lang="en-US" sz="1600" dirty="0"/>
          </a:p>
        </p:txBody>
      </p:sp>
      <p:sp>
        <p:nvSpPr>
          <p:cNvPr id="6" name="Text 4"/>
          <p:cNvSpPr/>
          <p:nvPr/>
        </p:nvSpPr>
        <p:spPr>
          <a:xfrm>
            <a:off x="1117600" y="211316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HTML5, CSS3, JavaScript y Bootstrap: interfaces responsivas.</a:t>
            </a:r>
            <a:endParaRPr lang="en-US" sz="1400" dirty="0"/>
          </a:p>
        </p:txBody>
      </p:sp>
      <p:sp>
        <p:nvSpPr>
          <p:cNvPr id="7" name="Shape 5"/>
          <p:cNvSpPr/>
          <p:nvPr/>
        </p:nvSpPr>
        <p:spPr>
          <a:xfrm>
            <a:off x="6197600" y="1564580"/>
            <a:ext cx="5181600" cy="2138660"/>
          </a:xfrm>
          <a:prstGeom prst="roundRect">
            <a:avLst>
              <a:gd name="adj" fmla="val 4751"/>
            </a:avLst>
          </a:prstGeom>
          <a:solidFill>
            <a:srgbClr val="FFFFFF"/>
          </a:solidFill>
          <a:ln/>
        </p:spPr>
      </p:sp>
      <p:sp>
        <p:nvSpPr>
          <p:cNvPr id="8" name="Shape 6"/>
          <p:cNvSpPr/>
          <p:nvPr/>
        </p:nvSpPr>
        <p:spPr>
          <a:xfrm>
            <a:off x="6197600" y="1564580"/>
            <a:ext cx="5181600" cy="2138660"/>
          </a:xfrm>
          <a:custGeom>
            <a:avLst/>
            <a:gdLst/>
            <a:ahLst/>
            <a:cxnLst/>
            <a:rect l="l" t="t" r="r" b="b"/>
            <a:pathLst>
              <a:path w="5181600" h="2138660">
                <a:moveTo>
                  <a:pt x="101600" y="2138660"/>
                </a:moveTo>
                <a:lnTo>
                  <a:pt x="101600" y="2138660"/>
                </a:lnTo>
                <a:arcTo hR="101600" wR="101600" stAng="5400000" swAng="5400000"/>
                <a:lnTo>
                  <a:pt x="0" y="101600"/>
                </a:lnTo>
                <a:arcTo hR="101600" wR="101600" stAng="10800000" swAng="5400000"/>
                <a:lnTo>
                  <a:pt x="101600" y="0"/>
                </a:lnTo>
                <a:arcTo hR="101600" wR="50800" stAng="16200000" swAng="-5400000"/>
                <a:lnTo>
                  <a:pt x="50800" y="2037060"/>
                </a:lnTo>
                <a:arcTo hR="101600" wR="50800" stAng="10800000" swAng="-5400000"/>
                <a:close/>
              </a:path>
            </a:pathLst>
          </a:custGeom>
          <a:solidFill>
            <a:srgbClr val="D96B10"/>
          </a:solidFill>
          <a:ln/>
        </p:spPr>
      </p:sp>
      <p:sp>
        <p:nvSpPr>
          <p:cNvPr id="9" name="Text 7"/>
          <p:cNvSpPr/>
          <p:nvPr/>
        </p:nvSpPr>
        <p:spPr>
          <a:xfrm>
            <a:off x="65024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Backend</a:t>
            </a:r>
            <a:endParaRPr lang="en-US" sz="1600" dirty="0"/>
          </a:p>
        </p:txBody>
      </p:sp>
      <p:sp>
        <p:nvSpPr>
          <p:cNvPr id="10" name="Text 8"/>
          <p:cNvSpPr/>
          <p:nvPr/>
        </p:nvSpPr>
        <p:spPr>
          <a:xfrm>
            <a:off x="6502400" y="211316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ASP.NET Core Web API en C#.</a:t>
            </a:r>
            <a:endParaRPr lang="en-US" sz="1400" dirty="0"/>
          </a:p>
        </p:txBody>
      </p:sp>
      <p:sp>
        <p:nvSpPr>
          <p:cNvPr id="11" name="Shape 9"/>
          <p:cNvSpPr/>
          <p:nvPr/>
        </p:nvSpPr>
        <p:spPr>
          <a:xfrm>
            <a:off x="812800" y="3906441"/>
            <a:ext cx="5181600" cy="2138759"/>
          </a:xfrm>
          <a:prstGeom prst="roundRect">
            <a:avLst>
              <a:gd name="adj" fmla="val 4750"/>
            </a:avLst>
          </a:prstGeom>
          <a:solidFill>
            <a:srgbClr val="FFFFFF"/>
          </a:solidFill>
          <a:ln/>
        </p:spPr>
      </p:sp>
      <p:sp>
        <p:nvSpPr>
          <p:cNvPr id="12" name="Shape 10"/>
          <p:cNvSpPr/>
          <p:nvPr/>
        </p:nvSpPr>
        <p:spPr>
          <a:xfrm>
            <a:off x="812800" y="3906441"/>
            <a:ext cx="5181600" cy="2138759"/>
          </a:xfrm>
          <a:custGeom>
            <a:avLst/>
            <a:gdLst/>
            <a:ahLst/>
            <a:cxnLst/>
            <a:rect l="l" t="t" r="r" b="b"/>
            <a:pathLst>
              <a:path w="5181600" h="2138759">
                <a:moveTo>
                  <a:pt x="101600" y="2138759"/>
                </a:moveTo>
                <a:lnTo>
                  <a:pt x="101600" y="2138759"/>
                </a:lnTo>
                <a:arcTo hR="101600" wR="101600" stAng="5400000" swAng="5400000"/>
                <a:lnTo>
                  <a:pt x="0" y="101600"/>
                </a:lnTo>
                <a:arcTo hR="101600" wR="101600" stAng="10800000" swAng="5400000"/>
                <a:lnTo>
                  <a:pt x="101600" y="0"/>
                </a:lnTo>
                <a:arcTo hR="101600" wR="50800" stAng="16200000" swAng="-5400000"/>
                <a:lnTo>
                  <a:pt x="50800" y="2037159"/>
                </a:lnTo>
                <a:arcTo hR="101600" wR="50800" stAng="10800000" swAng="-5400000"/>
                <a:close/>
              </a:path>
            </a:pathLst>
          </a:custGeom>
          <a:solidFill>
            <a:srgbClr val="D96B10"/>
          </a:solidFill>
          <a:ln/>
        </p:spPr>
      </p:sp>
      <p:sp>
        <p:nvSpPr>
          <p:cNvPr id="13" name="Text 11"/>
          <p:cNvSpPr/>
          <p:nvPr/>
        </p:nvSpPr>
        <p:spPr>
          <a:xfrm>
            <a:off x="1117600" y="4135041"/>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Base de datos</a:t>
            </a:r>
            <a:endParaRPr lang="en-US" sz="1600" dirty="0"/>
          </a:p>
        </p:txBody>
      </p:sp>
      <p:sp>
        <p:nvSpPr>
          <p:cNvPr id="14" name="Text 12"/>
          <p:cNvSpPr/>
          <p:nvPr/>
        </p:nvSpPr>
        <p:spPr>
          <a:xfrm>
            <a:off x="1117600" y="445502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MySQL 8.0 administrado con MySQL Workbench.</a:t>
            </a:r>
            <a:endParaRPr lang="en-US" sz="1400" dirty="0"/>
          </a:p>
        </p:txBody>
      </p:sp>
      <p:sp>
        <p:nvSpPr>
          <p:cNvPr id="15" name="Shape 13"/>
          <p:cNvSpPr/>
          <p:nvPr/>
        </p:nvSpPr>
        <p:spPr>
          <a:xfrm>
            <a:off x="6197600" y="3906441"/>
            <a:ext cx="5181600" cy="2138759"/>
          </a:xfrm>
          <a:prstGeom prst="roundRect">
            <a:avLst>
              <a:gd name="adj" fmla="val 4750"/>
            </a:avLst>
          </a:prstGeom>
          <a:solidFill>
            <a:srgbClr val="FFFFFF"/>
          </a:solidFill>
          <a:ln/>
        </p:spPr>
      </p:sp>
      <p:sp>
        <p:nvSpPr>
          <p:cNvPr id="16" name="Shape 14"/>
          <p:cNvSpPr/>
          <p:nvPr/>
        </p:nvSpPr>
        <p:spPr>
          <a:xfrm>
            <a:off x="6197600" y="3906441"/>
            <a:ext cx="5181600" cy="2138759"/>
          </a:xfrm>
          <a:custGeom>
            <a:avLst/>
            <a:gdLst/>
            <a:ahLst/>
            <a:cxnLst/>
            <a:rect l="l" t="t" r="r" b="b"/>
            <a:pathLst>
              <a:path w="5181600" h="2138759">
                <a:moveTo>
                  <a:pt x="101600" y="2138759"/>
                </a:moveTo>
                <a:lnTo>
                  <a:pt x="101600" y="2138759"/>
                </a:lnTo>
                <a:arcTo hR="101600" wR="101600" stAng="5400000" swAng="5400000"/>
                <a:lnTo>
                  <a:pt x="0" y="101600"/>
                </a:lnTo>
                <a:arcTo hR="101600" wR="101600" stAng="10800000" swAng="5400000"/>
                <a:lnTo>
                  <a:pt x="101600" y="0"/>
                </a:lnTo>
                <a:arcTo hR="101600" wR="50800" stAng="16200000" swAng="-5400000"/>
                <a:lnTo>
                  <a:pt x="50800" y="2037159"/>
                </a:lnTo>
                <a:arcTo hR="101600" wR="50800" stAng="10800000" swAng="-5400000"/>
                <a:close/>
              </a:path>
            </a:pathLst>
          </a:custGeom>
          <a:solidFill>
            <a:srgbClr val="D96B10"/>
          </a:solidFill>
          <a:ln/>
        </p:spPr>
      </p:sp>
      <p:sp>
        <p:nvSpPr>
          <p:cNvPr id="17" name="Text 15"/>
          <p:cNvSpPr/>
          <p:nvPr/>
        </p:nvSpPr>
        <p:spPr>
          <a:xfrm>
            <a:off x="6502400" y="4135041"/>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Infraestructura</a:t>
            </a:r>
            <a:endParaRPr lang="en-US" sz="1600" dirty="0"/>
          </a:p>
        </p:txBody>
      </p:sp>
      <p:sp>
        <p:nvSpPr>
          <p:cNvPr id="18" name="Text 16"/>
          <p:cNvSpPr/>
          <p:nvPr/>
        </p:nvSpPr>
        <p:spPr>
          <a:xfrm>
            <a:off x="6502400" y="445502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Docker y Docker Compose; Visual Studio 2022; hardware estándar.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Factibilidad operativa y legal</a:t>
            </a:r>
            <a:endParaRPr lang="en-US" sz="3200" dirty="0"/>
          </a:p>
        </p:txBody>
      </p:sp>
      <p:sp>
        <p:nvSpPr>
          <p:cNvPr id="3" name="Shape 1"/>
          <p:cNvSpPr/>
          <p:nvPr/>
        </p:nvSpPr>
        <p:spPr>
          <a:xfrm>
            <a:off x="812800" y="1564580"/>
            <a:ext cx="5181600" cy="4480620"/>
          </a:xfrm>
          <a:prstGeom prst="roundRect">
            <a:avLst>
              <a:gd name="adj" fmla="val 2268"/>
            </a:avLst>
          </a:prstGeom>
          <a:solidFill>
            <a:srgbClr val="FFFFFF"/>
          </a:solidFill>
          <a:ln/>
        </p:spPr>
      </p:sp>
      <p:sp>
        <p:nvSpPr>
          <p:cNvPr id="4" name="Shape 2"/>
          <p:cNvSpPr/>
          <p:nvPr/>
        </p:nvSpPr>
        <p:spPr>
          <a:xfrm>
            <a:off x="812800" y="1564580"/>
            <a:ext cx="5181600" cy="4480620"/>
          </a:xfrm>
          <a:custGeom>
            <a:avLst/>
            <a:gdLst/>
            <a:ahLst/>
            <a:cxnLst/>
            <a:rect l="l" t="t" r="r" b="b"/>
            <a:pathLst>
              <a:path w="5181600" h="4480620">
                <a:moveTo>
                  <a:pt x="101600" y="4480620"/>
                </a:moveTo>
                <a:lnTo>
                  <a:pt x="101600" y="4480620"/>
                </a:lnTo>
                <a:arcTo hR="101600" wR="101600" stAng="5400000" swAng="5400000"/>
                <a:lnTo>
                  <a:pt x="0" y="101600"/>
                </a:lnTo>
                <a:arcTo hR="101600" wR="101600" stAng="10800000" swAng="5400000"/>
                <a:lnTo>
                  <a:pt x="101600" y="0"/>
                </a:lnTo>
                <a:arcTo hR="101600" wR="50800" stAng="16200000" swAng="-5400000"/>
                <a:lnTo>
                  <a:pt x="50800" y="4379020"/>
                </a:lnTo>
                <a:arcTo hR="101600" wR="50800" stAng="10800000" swAng="-5400000"/>
                <a:close/>
              </a:path>
            </a:pathLst>
          </a:custGeom>
          <a:solidFill>
            <a:srgbClr val="D96B10"/>
          </a:solidFill>
          <a:ln/>
        </p:spPr>
      </p:sp>
      <p:sp>
        <p:nvSpPr>
          <p:cNvPr id="5" name="Text 3"/>
          <p:cNvSpPr/>
          <p:nvPr/>
        </p:nvSpPr>
        <p:spPr>
          <a:xfrm>
            <a:off x="11176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Operativa</a:t>
            </a:r>
            <a:endParaRPr lang="en-US" sz="1600" dirty="0"/>
          </a:p>
        </p:txBody>
      </p:sp>
      <p:sp>
        <p:nvSpPr>
          <p:cNvPr id="6" name="Text 4"/>
          <p:cNvSpPr/>
          <p:nvPr/>
        </p:nvSpPr>
        <p:spPr>
          <a:xfrm>
            <a:off x="1117600" y="2113161"/>
            <a:ext cx="476148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Automatiza procesos existentes: transición suave de Excel a web. Interfaces intuitivas y capacitación básica.</a:t>
            </a:r>
            <a:endParaRPr lang="en-US" sz="1400" dirty="0"/>
          </a:p>
        </p:txBody>
      </p:sp>
      <p:sp>
        <p:nvSpPr>
          <p:cNvPr id="7" name="Shape 5"/>
          <p:cNvSpPr/>
          <p:nvPr/>
        </p:nvSpPr>
        <p:spPr>
          <a:xfrm>
            <a:off x="6197600" y="1564580"/>
            <a:ext cx="5181600" cy="4480620"/>
          </a:xfrm>
          <a:prstGeom prst="roundRect">
            <a:avLst>
              <a:gd name="adj" fmla="val 2268"/>
            </a:avLst>
          </a:prstGeom>
          <a:solidFill>
            <a:srgbClr val="FFFFFF"/>
          </a:solidFill>
          <a:ln/>
        </p:spPr>
      </p:sp>
      <p:sp>
        <p:nvSpPr>
          <p:cNvPr id="8" name="Shape 6"/>
          <p:cNvSpPr/>
          <p:nvPr/>
        </p:nvSpPr>
        <p:spPr>
          <a:xfrm>
            <a:off x="6197600" y="1564580"/>
            <a:ext cx="5181600" cy="4480620"/>
          </a:xfrm>
          <a:custGeom>
            <a:avLst/>
            <a:gdLst/>
            <a:ahLst/>
            <a:cxnLst/>
            <a:rect l="l" t="t" r="r" b="b"/>
            <a:pathLst>
              <a:path w="5181600" h="4480620">
                <a:moveTo>
                  <a:pt x="101600" y="4480620"/>
                </a:moveTo>
                <a:lnTo>
                  <a:pt x="101600" y="4480620"/>
                </a:lnTo>
                <a:arcTo hR="101600" wR="101600" stAng="5400000" swAng="5400000"/>
                <a:lnTo>
                  <a:pt x="0" y="101600"/>
                </a:lnTo>
                <a:arcTo hR="101600" wR="101600" stAng="10800000" swAng="5400000"/>
                <a:lnTo>
                  <a:pt x="101600" y="0"/>
                </a:lnTo>
                <a:arcTo hR="101600" wR="50800" stAng="16200000" swAng="-5400000"/>
                <a:lnTo>
                  <a:pt x="50800" y="4379020"/>
                </a:lnTo>
                <a:arcTo hR="101600" wR="50800" stAng="10800000" swAng="-5400000"/>
                <a:close/>
              </a:path>
            </a:pathLst>
          </a:custGeom>
          <a:solidFill>
            <a:srgbClr val="D96B10"/>
          </a:solidFill>
          <a:ln/>
        </p:spPr>
      </p:sp>
      <p:sp>
        <p:nvSpPr>
          <p:cNvPr id="9" name="Text 7"/>
          <p:cNvSpPr/>
          <p:nvPr/>
        </p:nvSpPr>
        <p:spPr>
          <a:xfrm>
            <a:off x="6502400" y="1793180"/>
            <a:ext cx="47614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Legal</a:t>
            </a:r>
            <a:endParaRPr lang="en-US" sz="1600" dirty="0"/>
          </a:p>
        </p:txBody>
      </p:sp>
      <p:sp>
        <p:nvSpPr>
          <p:cNvPr id="10" name="Text 8"/>
          <p:cNvSpPr/>
          <p:nvPr/>
        </p:nvSpPr>
        <p:spPr>
          <a:xfrm>
            <a:off x="6502400" y="2113161"/>
            <a:ext cx="476148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Herramientas open source o licencias académicas gratuitas. Roles y permisos protegen la confidencialidad de los datos.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Factibilidad económica</a:t>
            </a:r>
            <a:endParaRPr lang="en-US" sz="3200" dirty="0"/>
          </a:p>
        </p:txBody>
      </p:sp>
      <p:sp>
        <p:nvSpPr>
          <p:cNvPr id="3" name="Shape 1"/>
          <p:cNvSpPr/>
          <p:nvPr/>
        </p:nvSpPr>
        <p:spPr>
          <a:xfrm>
            <a:off x="812800" y="1564580"/>
            <a:ext cx="3386634" cy="3891359"/>
          </a:xfrm>
          <a:prstGeom prst="roundRect">
            <a:avLst>
              <a:gd name="adj" fmla="val 3000"/>
            </a:avLst>
          </a:prstGeom>
          <a:solidFill>
            <a:srgbClr val="FFFFFF"/>
          </a:solidFill>
          <a:ln/>
        </p:spPr>
      </p:sp>
      <p:sp>
        <p:nvSpPr>
          <p:cNvPr id="4" name="Shape 2"/>
          <p:cNvSpPr/>
          <p:nvPr/>
        </p:nvSpPr>
        <p:spPr>
          <a:xfrm>
            <a:off x="812800" y="1564580"/>
            <a:ext cx="3386634" cy="3891359"/>
          </a:xfrm>
          <a:custGeom>
            <a:avLst/>
            <a:gdLst/>
            <a:ahLst/>
            <a:cxnLst/>
            <a:rect l="l" t="t" r="r" b="b"/>
            <a:pathLst>
              <a:path w="3386634" h="3891359">
                <a:moveTo>
                  <a:pt x="101600" y="3891359"/>
                </a:moveTo>
                <a:lnTo>
                  <a:pt x="101600" y="3891359"/>
                </a:lnTo>
                <a:arcTo hR="101600" wR="101600" stAng="5400000" swAng="5400000"/>
                <a:lnTo>
                  <a:pt x="0" y="101600"/>
                </a:lnTo>
                <a:arcTo hR="101600" wR="101600" stAng="10800000" swAng="5400000"/>
                <a:lnTo>
                  <a:pt x="101600" y="0"/>
                </a:lnTo>
                <a:arcTo hR="101600" wR="50800" stAng="16200000" swAng="-5400000"/>
                <a:lnTo>
                  <a:pt x="50800" y="3789759"/>
                </a:lnTo>
                <a:arcTo hR="101600" wR="50800" stAng="10800000" swAng="-5400000"/>
                <a:close/>
              </a:path>
            </a:pathLst>
          </a:custGeom>
          <a:solidFill>
            <a:srgbClr val="D96B10"/>
          </a:solidFill>
          <a:ln/>
        </p:spPr>
      </p:sp>
      <p:sp>
        <p:nvSpPr>
          <p:cNvPr id="5" name="Text 3"/>
          <p:cNvSpPr/>
          <p:nvPr/>
        </p:nvSpPr>
        <p:spPr>
          <a:xfrm>
            <a:off x="1117600" y="1793180"/>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Desarrollo y personal</a:t>
            </a:r>
            <a:endParaRPr lang="en-US" sz="1600" dirty="0"/>
          </a:p>
        </p:txBody>
      </p:sp>
      <p:sp>
        <p:nvSpPr>
          <p:cNvPr id="6" name="Text 4"/>
          <p:cNvSpPr/>
          <p:nvPr/>
        </p:nvSpPr>
        <p:spPr>
          <a:xfrm>
            <a:off x="1117600" y="2113161"/>
            <a:ext cx="29126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Q 0.00</a:t>
            </a:r>
            <a:endParaRPr lang="en-US" sz="1400" dirty="0"/>
          </a:p>
        </p:txBody>
      </p:sp>
      <p:sp>
        <p:nvSpPr>
          <p:cNvPr id="7" name="Shape 5"/>
          <p:cNvSpPr/>
          <p:nvPr/>
        </p:nvSpPr>
        <p:spPr>
          <a:xfrm>
            <a:off x="4402634" y="1564580"/>
            <a:ext cx="3386634" cy="3891359"/>
          </a:xfrm>
          <a:prstGeom prst="roundRect">
            <a:avLst>
              <a:gd name="adj" fmla="val 3000"/>
            </a:avLst>
          </a:prstGeom>
          <a:solidFill>
            <a:srgbClr val="FFFFFF"/>
          </a:solidFill>
          <a:ln/>
        </p:spPr>
      </p:sp>
      <p:sp>
        <p:nvSpPr>
          <p:cNvPr id="8" name="Shape 6"/>
          <p:cNvSpPr/>
          <p:nvPr/>
        </p:nvSpPr>
        <p:spPr>
          <a:xfrm>
            <a:off x="4402634" y="1564580"/>
            <a:ext cx="3386634" cy="3891359"/>
          </a:xfrm>
          <a:custGeom>
            <a:avLst/>
            <a:gdLst/>
            <a:ahLst/>
            <a:cxnLst/>
            <a:rect l="l" t="t" r="r" b="b"/>
            <a:pathLst>
              <a:path w="3386634" h="3891359">
                <a:moveTo>
                  <a:pt x="101600" y="3891359"/>
                </a:moveTo>
                <a:lnTo>
                  <a:pt x="101600" y="3891359"/>
                </a:lnTo>
                <a:arcTo hR="101600" wR="101600" stAng="5400000" swAng="5400000"/>
                <a:lnTo>
                  <a:pt x="0" y="101600"/>
                </a:lnTo>
                <a:arcTo hR="101600" wR="101600" stAng="10800000" swAng="5400000"/>
                <a:lnTo>
                  <a:pt x="101600" y="0"/>
                </a:lnTo>
                <a:arcTo hR="101600" wR="50800" stAng="16200000" swAng="-5400000"/>
                <a:lnTo>
                  <a:pt x="50800" y="3789759"/>
                </a:lnTo>
                <a:arcTo hR="101600" wR="50800" stAng="10800000" swAng="-5400000"/>
                <a:close/>
              </a:path>
            </a:pathLst>
          </a:custGeom>
          <a:solidFill>
            <a:srgbClr val="D96B10"/>
          </a:solidFill>
          <a:ln/>
        </p:spPr>
      </p:sp>
      <p:sp>
        <p:nvSpPr>
          <p:cNvPr id="9" name="Text 7"/>
          <p:cNvSpPr/>
          <p:nvPr/>
        </p:nvSpPr>
        <p:spPr>
          <a:xfrm>
            <a:off x="4707434" y="1793180"/>
            <a:ext cx="29126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Licenciamiento</a:t>
            </a:r>
            <a:endParaRPr lang="en-US" sz="1600" dirty="0"/>
          </a:p>
        </p:txBody>
      </p:sp>
      <p:sp>
        <p:nvSpPr>
          <p:cNvPr id="10" name="Text 8"/>
          <p:cNvSpPr/>
          <p:nvPr/>
        </p:nvSpPr>
        <p:spPr>
          <a:xfrm>
            <a:off x="4707434" y="2113161"/>
            <a:ext cx="29126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Q 0.00</a:t>
            </a:r>
            <a:endParaRPr lang="en-US" sz="1400" dirty="0"/>
          </a:p>
        </p:txBody>
      </p:sp>
      <p:sp>
        <p:nvSpPr>
          <p:cNvPr id="11" name="Shape 9"/>
          <p:cNvSpPr/>
          <p:nvPr/>
        </p:nvSpPr>
        <p:spPr>
          <a:xfrm>
            <a:off x="7992467" y="1564580"/>
            <a:ext cx="3386634" cy="3891359"/>
          </a:xfrm>
          <a:prstGeom prst="roundRect">
            <a:avLst>
              <a:gd name="adj" fmla="val 3000"/>
            </a:avLst>
          </a:prstGeom>
          <a:solidFill>
            <a:srgbClr val="FFFFFF"/>
          </a:solidFill>
          <a:ln/>
        </p:spPr>
      </p:sp>
      <p:sp>
        <p:nvSpPr>
          <p:cNvPr id="12" name="Shape 10"/>
          <p:cNvSpPr/>
          <p:nvPr/>
        </p:nvSpPr>
        <p:spPr>
          <a:xfrm>
            <a:off x="7992467" y="1564580"/>
            <a:ext cx="3386634" cy="3891359"/>
          </a:xfrm>
          <a:custGeom>
            <a:avLst/>
            <a:gdLst/>
            <a:ahLst/>
            <a:cxnLst/>
            <a:rect l="l" t="t" r="r" b="b"/>
            <a:pathLst>
              <a:path w="3386634" h="3891359">
                <a:moveTo>
                  <a:pt x="101600" y="3891359"/>
                </a:moveTo>
                <a:lnTo>
                  <a:pt x="101600" y="3891359"/>
                </a:lnTo>
                <a:arcTo hR="101600" wR="101600" stAng="5400000" swAng="5400000"/>
                <a:lnTo>
                  <a:pt x="0" y="101600"/>
                </a:lnTo>
                <a:arcTo hR="101600" wR="101600" stAng="10800000" swAng="5400000"/>
                <a:lnTo>
                  <a:pt x="101600" y="0"/>
                </a:lnTo>
                <a:arcTo hR="101600" wR="50800" stAng="16200000" swAng="-5400000"/>
                <a:lnTo>
                  <a:pt x="50800" y="3789759"/>
                </a:lnTo>
                <a:arcTo hR="101600" wR="50800" stAng="10800000" swAng="-5400000"/>
                <a:close/>
              </a:path>
            </a:pathLst>
          </a:custGeom>
          <a:solidFill>
            <a:srgbClr val="D96B10"/>
          </a:solidFill>
          <a:ln/>
        </p:spPr>
      </p:sp>
      <p:sp>
        <p:nvSpPr>
          <p:cNvPr id="13" name="Text 11"/>
          <p:cNvSpPr/>
          <p:nvPr/>
        </p:nvSpPr>
        <p:spPr>
          <a:xfrm>
            <a:off x="8297267" y="1793180"/>
            <a:ext cx="2912669"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B1114"/>
                </a:solidFill>
                <a:latin typeface="Montserrat" pitchFamily="34" charset="0"/>
                <a:ea typeface="Montserrat" pitchFamily="34" charset="-122"/>
                <a:cs typeface="Montserrat" pitchFamily="34" charset="-120"/>
              </a:rPr>
              <a:t>Hardware (inversión única)</a:t>
            </a:r>
            <a:endParaRPr lang="en-US" sz="1600" dirty="0"/>
          </a:p>
        </p:txBody>
      </p:sp>
      <p:sp>
        <p:nvSpPr>
          <p:cNvPr id="14" name="Text 12"/>
          <p:cNvSpPr/>
          <p:nvPr/>
        </p:nvSpPr>
        <p:spPr>
          <a:xfrm>
            <a:off x="8297267" y="2356941"/>
            <a:ext cx="29126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866"/>
                </a:solidFill>
                <a:latin typeface="Open Sans" pitchFamily="34" charset="0"/>
                <a:ea typeface="Open Sans" pitchFamily="34" charset="-122"/>
                <a:cs typeface="Open Sans" pitchFamily="34" charset="-120"/>
              </a:rPr>
              <a:t>Q 4,000.00</a:t>
            </a:r>
            <a:endParaRPr lang="en-US" sz="1400" dirty="0"/>
          </a:p>
        </p:txBody>
      </p:sp>
      <p:sp>
        <p:nvSpPr>
          <p:cNvPr id="15" name="Text 1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6B10"/>
                </a:solidFill>
                <a:latin typeface="Open Sans" pitchFamily="34" charset="0"/>
                <a:ea typeface="Open Sans" pitchFamily="34" charset="-122"/>
                <a:cs typeface="Open Sans" pitchFamily="34" charset="-120"/>
              </a:rPr>
              <a:t>Los beneficios de modernización superan la mínima inversión en infraestructura.</a:t>
            </a:r>
            <a:endParaRPr lang="en-US" sz="1600" dirty="0"/>
          </a:p>
        </p:txBody>
      </p:sp>
    </p:spTree>
  </p:cSld>
  <p:clrMapOvr>
    <a:masterClrMapping/>
  </p:clrMapOvr>
</p:sld>
</file>

<file path=ppt/slides/slide12.xml><?xml version="1.0" encoding="utf-8"?>
<p:sld xmlns:a="http://schemas.openxmlformats.org/drawingml/2006/main" xmlns:ns2="http://schemas.microsoft.com/office/powerpoint/2010/main"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7B1114"/>
                </a:solidFill>
                <a:latin typeface="Montserrat" pitchFamily="34" charset="0"/>
                <a:ea typeface="Montserrat" pitchFamily="34" charset="-122"/>
                <a:cs typeface="Montserrat" pitchFamily="34" charset="-120"/>
              </a:rPr>
              <a:t>Iteraciones por módulo</a:t>
            </a:r>
            <a:endParaRPr lang="en-US" sz="3200" dirty="0"/>
          </a:p>
        </p:txBody>
      </p:sp>
      <p:graphicFrame>
        <p:nvGraphicFramePr>
          <p:cNvPr id="3" name="Table 0"/>
          <p:cNvGraphicFramePr>
            <a:graphicFrameLocks noGrp="1"/>
          </p:cNvGraphicFramePr>
          <p:nvPr>
            <p:extLst>
              <p:ext uri="{D42A27DB-BD31-4B8C-83A1-F6EECF244321}">
                <ns2:modId val="1579011935"/>
              </p:ext>
            </p:extLst>
          </p:nvPr>
        </p:nvGraphicFramePr>
        <p:xfrm>
          <a:off x="825500" y="1577280"/>
          <a:ext cx="10553700" cy="3324721"/>
        </p:xfrm>
        <a:graphic>
          <a:graphicData uri="http://schemas.openxmlformats.org/drawingml/2006/table">
            <a:tbl>
              <a:tblPr/>
              <a:tblGrid>
                <a:gridCol w="3517900"/>
                <a:gridCol w="3517900"/>
                <a:gridCol w="3517900"/>
              </a:tblGrid>
              <a:tr h="474960">
                <a:tc>
                  <a:txBody>
                    <a:bodyPr/>
                    <a:lstStyle/>
                    <a:p>
                      <a:pPr indent="0" marL="0">
                        <a:lnSpc>
                          <a:spcPts val="2240"/>
                        </a:lnSpc>
                        <a:buNone/>
                      </a:pPr>
                      <a:r>
                        <a:rPr lang="en-US" sz="1600" b="1" dirty="0">
                          <a:solidFill>
                            <a:srgbClr val="FAF7F2"/>
                          </a:solidFill>
                          <a:latin typeface="Open Sans" pitchFamily="34" charset="0"/>
                          <a:ea typeface="Open Sans" pitchFamily="34" charset="-122"/>
                          <a:cs typeface="Open Sans" pitchFamily="34" charset="-120"/>
                        </a:rPr>
                        <a:t>Módulo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2240"/>
                        </a:lnSpc>
                        <a:buNone/>
                      </a:pPr>
                      <a:r>
                        <a:rPr lang="en-US" sz="1600" b="1" dirty="0">
                          <a:solidFill>
                            <a:srgbClr val="FAF7F2"/>
                          </a:solidFill>
                          <a:latin typeface="Open Sans" pitchFamily="34" charset="0"/>
                          <a:ea typeface="Open Sans" pitchFamily="34" charset="-122"/>
                          <a:cs typeface="Open Sans" pitchFamily="34" charset="-120"/>
                        </a:rPr>
                        <a:t>Periodo</a:t>
                      </a:r>
                      <a:endParaRPr lang="en-US" sz="1600" dirty="0">
                        <a:latin typeface="Open Sans" charset="0"/>
                        <a:ea typeface="Open Sans" charset="0"/>
                        <a:cs typeface="Open Sans" charset="0"/>
                      </a:endParaRPr>
                    </a:p>
                  </a:txBody>
                  <a:tcPr marL="152400" marR="152400" marT="88900" marB="8890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2240"/>
                        </a:lnSpc>
                        <a:buNone/>
                      </a:pPr>
                      <a:r>
                        <a:rPr lang="en-US" sz="1600" b="1" dirty="0">
                          <a:solidFill>
                            <a:srgbClr val="FAF7F2"/>
                          </a:solidFill>
                          <a:latin typeface="Open Sans" pitchFamily="34" charset="0"/>
                          <a:ea typeface="Open Sans" pitchFamily="34" charset="-122"/>
                          <a:cs typeface="Open Sans" pitchFamily="34" charset="-120"/>
                        </a:rPr>
                        <a:t>Estado</a:t>
                      </a:r>
                      <a:endParaRPr lang="en-US" sz="1600" dirty="0">
                        <a:latin typeface="Open Sans" charset="0"/>
                        <a:ea typeface="Open Sans" charset="0"/>
                        <a:cs typeface="Open Sans" charset="0"/>
                      </a:endParaRPr>
                    </a:p>
                  </a:txBody>
                  <a:tcPr marL="152400" marR="152400" marT="88900" marB="8890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1. Usuarios, roles y permisos</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16/03/26 – 17/04/26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2. Gestión de pedidos</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20/04/26 – 22/05/26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3. Inventarios</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25/05/26 – 03/07/26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4. Control de pagos</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06/07/26 – 31/07/26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5. Asistencia del personal</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03/08/26 – 28/08/26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74960">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6. Reportes y dashboard</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4D5866"/>
                          </a:solidFill>
                          <a:latin typeface="Open Sans" pitchFamily="34" charset="0"/>
                          <a:ea typeface="Open Sans" pitchFamily="34" charset="-122"/>
                          <a:cs typeface="Open Sans" pitchFamily="34" charset="-120"/>
                        </a:rPr>
                        <a:t>31/08/26 – 25/09/26</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240"/>
                        </a:lnSpc>
                        <a:buNone/>
                      </a:pPr>
                      <a:r>
                        <a:rPr lang="en-US" sz="1600" dirty="0">
                          <a:solidFill>
                            <a:srgbClr val="D96B10"/>
                          </a:solidFill>
                          <a:latin typeface="Open Sans" pitchFamily="34" charset="0"/>
                          <a:ea typeface="Open Sans" pitchFamily="34" charset="-122"/>
                          <a:cs typeface="Open Sans" pitchFamily="34" charset="-120"/>
                        </a:rPr>
                        <a:t>Completado</a:t>
                      </a:r>
                      <a:endParaRPr lang="en-US" sz="1600" dirty="0">
                        <a:latin typeface="Open Sans" charset="0"/>
                        <a:ea typeface="Open Sans" charset="0"/>
                        <a:cs typeface="Open Sans" charset="0"/>
                      </a:endParaRPr>
                    </a:p>
                  </a:txBody>
                  <a:tcPr marL="152400" marR="152400" marT="88900" marB="8890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93" name="Cronograma de implementación 2026">
            <a:extLst xmlns:a="http://schemas.openxmlformats.org/drawingml/2006/main">
              <a:ext uri="{FF2B5EF4-FFF2-40B4-BE49-F238E27FC236}">
                <a16:creationId xmlns:a16="http://schemas.microsoft.com/office/drawing/2014/main" id="{4C5AC21B-58DA-49BD-884B-2D5F89EF5A23}"/>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Cronograma de implementación 2026</a:t>
            </a:r>
          </a:p>
        </p:txBody>
      </p:sp>
      <p:sp>
        <p:nvSpPr>
          <p:cNvPr id="2" name="16 de marzo al 9 de octubre de 2026">
            <a:extLst xmlns:a="http://schemas.openxmlformats.org/drawingml/2006/main">
              <a:ext uri="{FF2B5EF4-FFF2-40B4-BE49-F238E27FC236}">
                <a16:creationId xmlns:a16="http://schemas.microsoft.com/office/drawing/2014/main" id="{05053CCE-305D-43B7-AD0F-E204FC6982BA}"/>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16 de marzo al 9 de octubre de 2026</a:t>
            </a:r>
          </a:p>
        </p:txBody>
      </p:sp>
      <p:graphicFrame>
        <p:nvGraphicFramePr>
          <p:cNvPr id="3" name="">
            <a:extLst xmlns:a="http://schemas.openxmlformats.org/drawingml/2006/main">
              <a:ext uri="{FF2B5EF4-FFF2-40B4-BE49-F238E27FC236}">
                <a16:creationId xmlns:a16="http://schemas.microsoft.com/office/drawing/2014/main" id="{684FF25C-F1D0-48C6-BB41-29FB9AD8D6CD}"/>
              </a:ext>
            </a:extLst>
          </p:cNvPr>
          <p:cNvGraphicFramePr/>
          <p:nvPr/>
        </p:nvGraphicFramePr>
        <p:xfrm>
          <a:off xmlns:a="http://schemas.openxmlformats.org/drawingml/2006/main" x="809625" y="1781175"/>
          <a:ext xmlns:a="http://schemas.openxmlformats.org/drawingml/2006/main" cx="7105650" cy="4200525"/>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Usuarios y Roles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16/03/26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17/04/26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8</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Gestión y Control de Pedidos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20/04/26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22/05/26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15</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Gestión Integral de Inventarios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30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25/05/26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23</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Control de Pagos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20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06/07/26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31/07/26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30</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Registro de Asistencia del Personal</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20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28/08/26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38</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Módulo de Reportes y Dashboard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20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31/08/26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25/09/26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45</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1">
                          <a:solidFill>
                            <a:srgbClr val="4D5866"/>
                          </a:solidFill>
                          <a:latin typeface="Open Sans"/>
                          <a:ea typeface="Open Sans"/>
                          <a:cs typeface="Open Sans"/>
                        </a:rPr>
                        <a:t>Integración, Implementación y Entrega Final</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10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28/09/26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09/10/26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BA80E5-D056-477B-A468-60468E7E530B}"/>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mar">
            <a:extLst xmlns:a="http://schemas.openxmlformats.org/drawingml/2006/main">
              <a:ext uri="{FF2B5EF4-FFF2-40B4-BE49-F238E27FC236}">
                <a16:creationId xmlns:a16="http://schemas.microsoft.com/office/drawing/2014/main" id="{095B8941-9A98-4A0A-947B-0C3CCECA7180}"/>
              </a:ext>
            </a:extLst>
          </p:cNvPr>
          <p:cNvSpPr>
            <a:spLocks xmlns:a="http://schemas.openxmlformats.org/drawingml/2006/main" noGrp="1"/>
          </p:cNvSpPr>
          <p:nvPr/>
        </p:nvSpPr>
        <p:spPr>
          <a:xfrm xmlns:a="http://schemas.openxmlformats.org/drawingml/2006/main">
            <a:off x="8191500" y="18764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mar</a:t>
            </a:r>
          </a:p>
        </p:txBody>
      </p:sp>
      <p:sp>
        <p:nvSpPr>
          <p:cNvPr id="6" name="abr">
            <a:extLst xmlns:a="http://schemas.openxmlformats.org/drawingml/2006/main">
              <a:ext uri="{FF2B5EF4-FFF2-40B4-BE49-F238E27FC236}">
                <a16:creationId xmlns:a16="http://schemas.microsoft.com/office/drawing/2014/main" id="{0A70F1E0-0702-4DB9-8459-BD68AADE9CD4}"/>
              </a:ext>
            </a:extLst>
          </p:cNvPr>
          <p:cNvSpPr>
            <a:spLocks xmlns:a="http://schemas.openxmlformats.org/drawingml/2006/main" noGrp="1"/>
          </p:cNvSpPr>
          <p:nvPr/>
        </p:nvSpPr>
        <p:spPr>
          <a:xfrm xmlns:a="http://schemas.openxmlformats.org/drawingml/2006/main">
            <a:off x="8436952" y="1876425"/>
            <a:ext cx="44117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abr</a:t>
            </a:r>
          </a:p>
        </p:txBody>
      </p:sp>
      <p:sp>
        <p:nvSpPr>
          <p:cNvPr id="7" name="may">
            <a:extLst xmlns:a="http://schemas.openxmlformats.org/drawingml/2006/main">
              <a:ext uri="{FF2B5EF4-FFF2-40B4-BE49-F238E27FC236}">
                <a16:creationId xmlns:a16="http://schemas.microsoft.com/office/drawing/2014/main" id="{49B838E7-2E49-4440-A771-18C2C38D5456}"/>
              </a:ext>
            </a:extLst>
          </p:cNvPr>
          <p:cNvSpPr>
            <a:spLocks xmlns:a="http://schemas.openxmlformats.org/drawingml/2006/main" noGrp="1"/>
          </p:cNvSpPr>
          <p:nvPr/>
        </p:nvSpPr>
        <p:spPr>
          <a:xfrm xmlns:a="http://schemas.openxmlformats.org/drawingml/2006/main">
            <a:off x="8897174" y="1876425"/>
            <a:ext cx="4565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may</a:t>
            </a:r>
          </a:p>
        </p:txBody>
      </p:sp>
      <p:sp>
        <p:nvSpPr>
          <p:cNvPr id="8" name="jun">
            <a:extLst xmlns:a="http://schemas.openxmlformats.org/drawingml/2006/main">
              <a:ext uri="{FF2B5EF4-FFF2-40B4-BE49-F238E27FC236}">
                <a16:creationId xmlns:a16="http://schemas.microsoft.com/office/drawing/2014/main" id="{C0976EA6-0955-4B40-8952-8E5E9BC817EB}"/>
              </a:ext>
            </a:extLst>
          </p:cNvPr>
          <p:cNvSpPr>
            <a:spLocks xmlns:a="http://schemas.openxmlformats.org/drawingml/2006/main" noGrp="1"/>
          </p:cNvSpPr>
          <p:nvPr/>
        </p:nvSpPr>
        <p:spPr>
          <a:xfrm xmlns:a="http://schemas.openxmlformats.org/drawingml/2006/main">
            <a:off x="9372737" y="1876425"/>
            <a:ext cx="44117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jun</a:t>
            </a:r>
          </a:p>
        </p:txBody>
      </p:sp>
      <p:sp>
        <p:nvSpPr>
          <p:cNvPr id="9" name="jul">
            <a:extLst xmlns:a="http://schemas.openxmlformats.org/drawingml/2006/main">
              <a:ext uri="{FF2B5EF4-FFF2-40B4-BE49-F238E27FC236}">
                <a16:creationId xmlns:a16="http://schemas.microsoft.com/office/drawing/2014/main" id="{98324BA8-4B62-48A4-8130-312ACF28916B}"/>
              </a:ext>
            </a:extLst>
          </p:cNvPr>
          <p:cNvSpPr>
            <a:spLocks xmlns:a="http://schemas.openxmlformats.org/drawingml/2006/main" noGrp="1"/>
          </p:cNvSpPr>
          <p:nvPr/>
        </p:nvSpPr>
        <p:spPr>
          <a:xfrm xmlns:a="http://schemas.openxmlformats.org/drawingml/2006/main">
            <a:off x="9832960" y="1876425"/>
            <a:ext cx="4565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jul</a:t>
            </a:r>
          </a:p>
        </p:txBody>
      </p:sp>
      <p:sp>
        <p:nvSpPr>
          <p:cNvPr id="10" name="ago">
            <a:extLst xmlns:a="http://schemas.openxmlformats.org/drawingml/2006/main">
              <a:ext uri="{FF2B5EF4-FFF2-40B4-BE49-F238E27FC236}">
                <a16:creationId xmlns:a16="http://schemas.microsoft.com/office/drawing/2014/main" id="{2BEFC409-3DB8-4F94-BA50-3A32C47E1F25}"/>
              </a:ext>
            </a:extLst>
          </p:cNvPr>
          <p:cNvSpPr>
            <a:spLocks xmlns:a="http://schemas.openxmlformats.org/drawingml/2006/main" noGrp="1"/>
          </p:cNvSpPr>
          <p:nvPr/>
        </p:nvSpPr>
        <p:spPr>
          <a:xfrm xmlns:a="http://schemas.openxmlformats.org/drawingml/2006/main">
            <a:off x="10308523" y="1876425"/>
            <a:ext cx="4565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ago</a:t>
            </a:r>
          </a:p>
        </p:txBody>
      </p:sp>
      <p:sp>
        <p:nvSpPr>
          <p:cNvPr id="11" name="sep">
            <a:extLst xmlns:a="http://schemas.openxmlformats.org/drawingml/2006/main">
              <a:ext uri="{FF2B5EF4-FFF2-40B4-BE49-F238E27FC236}">
                <a16:creationId xmlns:a16="http://schemas.microsoft.com/office/drawing/2014/main" id="{D9958EE3-EDAC-4813-884B-E46744E497AC}"/>
              </a:ext>
            </a:extLst>
          </p:cNvPr>
          <p:cNvSpPr>
            <a:spLocks xmlns:a="http://schemas.openxmlformats.org/drawingml/2006/main" noGrp="1"/>
          </p:cNvSpPr>
          <p:nvPr/>
        </p:nvSpPr>
        <p:spPr>
          <a:xfrm xmlns:a="http://schemas.openxmlformats.org/drawingml/2006/main">
            <a:off x="10784086" y="1876425"/>
            <a:ext cx="44117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sep</a:t>
            </a:r>
          </a:p>
        </p:txBody>
      </p:sp>
      <p:sp>
        <p:nvSpPr>
          <p:cNvPr id="12" name="oct">
            <a:extLst xmlns:a="http://schemas.openxmlformats.org/drawingml/2006/main">
              <a:ext uri="{FF2B5EF4-FFF2-40B4-BE49-F238E27FC236}">
                <a16:creationId xmlns:a16="http://schemas.microsoft.com/office/drawing/2014/main" id="{11B6E739-1CFA-4323-A92F-A77420756454}"/>
              </a:ext>
            </a:extLst>
          </p:cNvPr>
          <p:cNvSpPr>
            <a:spLocks xmlns:a="http://schemas.openxmlformats.org/drawingml/2006/main" noGrp="1"/>
          </p:cNvSpPr>
          <p:nvPr/>
        </p:nvSpPr>
        <p:spPr>
          <a:xfrm xmlns:a="http://schemas.openxmlformats.org/drawingml/2006/main">
            <a:off x="11244308" y="18764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125" b="1">
                <a:solidFill>
                  <a:srgbClr val="7B1114"/>
                </a:solidFill>
                <a:latin typeface="Open Sans"/>
                <a:ea typeface="Open Sans"/>
                <a:cs typeface="Open Sans"/>
              </a:defRPr>
            </a:defPPr>
            <a:lvl1pPr algn="ctr">
              <a:defRPr sz="1125" b="1">
                <a:solidFill>
                  <a:srgbClr val="7B1114"/>
                </a:solidFill>
                <a:latin typeface="Open Sans"/>
                <a:ea typeface="Open Sans"/>
                <a:cs typeface="Open Sans"/>
              </a:defRPr>
            </a:lvl1pPr>
            <a:lvl2pPr algn="ctr">
              <a:defRPr sz="1125" b="1">
                <a:solidFill>
                  <a:srgbClr val="7B1114"/>
                </a:solidFill>
                <a:latin typeface="Open Sans"/>
                <a:ea typeface="Open Sans"/>
                <a:cs typeface="Open Sans"/>
              </a:defRPr>
            </a:lvl2pPr>
            <a:lvl3pPr algn="ctr">
              <a:defRPr sz="1125" b="1">
                <a:solidFill>
                  <a:srgbClr val="7B1114"/>
                </a:solidFill>
                <a:latin typeface="Open Sans"/>
                <a:ea typeface="Open Sans"/>
                <a:cs typeface="Open Sans"/>
              </a:defRPr>
            </a:lvl3pPr>
            <a:lvl4pPr algn="ctr">
              <a:defRPr sz="1125" b="1">
                <a:solidFill>
                  <a:srgbClr val="7B1114"/>
                </a:solidFill>
                <a:latin typeface="Open Sans"/>
                <a:ea typeface="Open Sans"/>
                <a:cs typeface="Open Sans"/>
              </a:defRPr>
            </a:lvl4pPr>
            <a:lvl5pPr algn="ctr">
              <a:defRPr sz="1125" b="1">
                <a:solidFill>
                  <a:srgbClr val="7B1114"/>
                </a:solidFill>
                <a:latin typeface="Open Sans"/>
                <a:ea typeface="Open Sans"/>
                <a:cs typeface="Open Sans"/>
              </a:defRPr>
            </a:lvl5pPr>
            <a:lvl6pPr algn="ctr">
              <a:defRPr sz="1125" b="1">
                <a:solidFill>
                  <a:srgbClr val="7B1114"/>
                </a:solidFill>
                <a:latin typeface="Open Sans"/>
                <a:ea typeface="Open Sans"/>
                <a:cs typeface="Open Sans"/>
              </a:defRPr>
            </a:lvl6pPr>
            <a:lvl7pPr algn="ctr">
              <a:defRPr sz="1125" b="1">
                <a:solidFill>
                  <a:srgbClr val="7B1114"/>
                </a:solidFill>
                <a:latin typeface="Open Sans"/>
                <a:ea typeface="Open Sans"/>
                <a:cs typeface="Open Sans"/>
              </a:defRPr>
            </a:lvl7pPr>
            <a:lvl8pPr algn="ctr">
              <a:defRPr sz="1125" b="1">
                <a:solidFill>
                  <a:srgbClr val="7B1114"/>
                </a:solidFill>
                <a:latin typeface="Open Sans"/>
                <a:ea typeface="Open Sans"/>
                <a:cs typeface="Open Sans"/>
              </a:defRPr>
            </a:lvl8pPr>
            <a:lvl9pPr algn="ctr">
              <a:defRPr sz="1125" b="1">
                <a:solidFill>
                  <a:srgbClr val="7B1114"/>
                </a:solidFill>
                <a:latin typeface="Open Sans"/>
                <a:ea typeface="Open Sans"/>
                <a:cs typeface="Open Sans"/>
              </a:defRPr>
            </a:lvl9pPr>
          </a:lstStyle>
          <a:p xmlns:a="http://schemas.openxmlformats.org/drawingml/2006/main">
            <a:pPr algn="ctr">
              <a:defRPr sz="1125" b="1">
                <a:solidFill>
                  <a:srgbClr val="7B1114"/>
                </a:solidFill>
                <a:latin typeface="Open Sans"/>
                <a:ea typeface="Open Sans"/>
                <a:cs typeface="Open Sans"/>
              </a:defRPr>
            </a:pPr>
            <a:r>
              <a:rPr sz="1125" b="1">
                <a:solidFill>
                  <a:srgbClr val="7B1114"/>
                </a:solidFill>
                <a:latin typeface="Open Sans"/>
                <a:ea typeface="Open Sans"/>
                <a:cs typeface="Open Sans"/>
              </a:rPr>
              <a:t>oct</a:t>
            </a:r>
          </a:p>
        </p:txBody>
      </p:sp>
      <p:sp>
        <p:nvSpPr>
          <p:cNvPr id="13" name="">
            <a:extLst xmlns:a="http://schemas.openxmlformats.org/drawingml/2006/main">
              <a:ext uri="{FF2B5EF4-FFF2-40B4-BE49-F238E27FC236}">
                <a16:creationId xmlns:a16="http://schemas.microsoft.com/office/drawing/2014/main" id="{31E5BE96-7778-491F-B610-DAD43C7106CE}"/>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0E01AFF-33F5-43E1-A1A7-33B8D3C59D25}"/>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8CA387-C85C-4928-ADAC-6A78DD984B29}"/>
              </a:ext>
            </a:extLst>
          </p:cNvPr>
          <p:cNvSpPr>
            <a:spLocks xmlns:a="http://schemas.openxmlformats.org/drawingml/2006/main" noGrp="1"/>
          </p:cNvSpPr>
          <p:nvPr/>
        </p:nvSpPr>
        <p:spPr>
          <a:xfrm xmlns:a="http://schemas.openxmlformats.org/drawingml/2006/main">
            <a:off x="842742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0C9F24-829A-4619-8845-5AD8312DE238}"/>
              </a:ext>
            </a:extLst>
          </p:cNvPr>
          <p:cNvSpPr>
            <a:spLocks xmlns:a="http://schemas.openxmlformats.org/drawingml/2006/main" noGrp="1"/>
          </p:cNvSpPr>
          <p:nvPr/>
        </p:nvSpPr>
        <p:spPr>
          <a:xfrm xmlns:a="http://schemas.openxmlformats.org/drawingml/2006/main">
            <a:off x="8887649"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1AA83F-73DB-49AD-B3CB-C4E973A14EAF}"/>
              </a:ext>
            </a:extLst>
          </p:cNvPr>
          <p:cNvSpPr>
            <a:spLocks xmlns:a="http://schemas.openxmlformats.org/drawingml/2006/main" noGrp="1"/>
          </p:cNvSpPr>
          <p:nvPr/>
        </p:nvSpPr>
        <p:spPr>
          <a:xfrm xmlns:a="http://schemas.openxmlformats.org/drawingml/2006/main">
            <a:off x="9363212"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48F8E4B-3905-423F-A37F-BC1730AA2D41}"/>
              </a:ext>
            </a:extLst>
          </p:cNvPr>
          <p:cNvSpPr>
            <a:spLocks xmlns:a="http://schemas.openxmlformats.org/drawingml/2006/main" noGrp="1"/>
          </p:cNvSpPr>
          <p:nvPr/>
        </p:nvSpPr>
        <p:spPr>
          <a:xfrm xmlns:a="http://schemas.openxmlformats.org/drawingml/2006/main">
            <a:off x="982343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A710E1F-350D-4019-9D5E-DED8F96FFF35}"/>
              </a:ext>
            </a:extLst>
          </p:cNvPr>
          <p:cNvSpPr>
            <a:spLocks xmlns:a="http://schemas.openxmlformats.org/drawingml/2006/main" noGrp="1"/>
          </p:cNvSpPr>
          <p:nvPr/>
        </p:nvSpPr>
        <p:spPr>
          <a:xfrm xmlns:a="http://schemas.openxmlformats.org/drawingml/2006/main">
            <a:off x="1029899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95E4AA-E426-46C0-9B67-48B8F67FDC85}"/>
              </a:ext>
            </a:extLst>
          </p:cNvPr>
          <p:cNvSpPr>
            <a:spLocks xmlns:a="http://schemas.openxmlformats.org/drawingml/2006/main" noGrp="1"/>
          </p:cNvSpPr>
          <p:nvPr/>
        </p:nvSpPr>
        <p:spPr>
          <a:xfrm xmlns:a="http://schemas.openxmlformats.org/drawingml/2006/main">
            <a:off x="10774561"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7EFD8D-3DB8-4228-8095-1AE2ADACEBF8}"/>
              </a:ext>
            </a:extLst>
          </p:cNvPr>
          <p:cNvSpPr>
            <a:spLocks xmlns:a="http://schemas.openxmlformats.org/drawingml/2006/main" noGrp="1"/>
          </p:cNvSpPr>
          <p:nvPr/>
        </p:nvSpPr>
        <p:spPr>
          <a:xfrm xmlns:a="http://schemas.openxmlformats.org/drawingml/2006/main">
            <a:off x="11234783"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9A17656-6A36-4356-9372-4268588A333D}"/>
              </a:ext>
            </a:extLst>
          </p:cNvPr>
          <p:cNvSpPr>
            <a:spLocks xmlns:a="http://schemas.openxmlformats.org/drawingml/2006/main" noGrp="1"/>
          </p:cNvSpPr>
          <p:nvPr/>
        </p:nvSpPr>
        <p:spPr>
          <a:xfrm xmlns:a="http://schemas.openxmlformats.org/drawingml/2006/main">
            <a:off x="8181975" y="2352675"/>
            <a:ext cx="506245"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9329669-1CBB-4FE0-BA8A-CE44B7B50641}"/>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F232D74-C923-4106-80F4-B3F4C0AC01A8}"/>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4EBEB72-45F3-402B-BBFF-4A4F4BB366F5}"/>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C37F27F-CB6B-46A4-A629-FE51D1DBD6C4}"/>
              </a:ext>
            </a:extLst>
          </p:cNvPr>
          <p:cNvSpPr>
            <a:spLocks xmlns:a="http://schemas.openxmlformats.org/drawingml/2006/main" noGrp="1"/>
          </p:cNvSpPr>
          <p:nvPr/>
        </p:nvSpPr>
        <p:spPr>
          <a:xfrm xmlns:a="http://schemas.openxmlformats.org/drawingml/2006/main">
            <a:off x="842742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5B1AD99-448C-41E7-8B19-D215595A1273}"/>
              </a:ext>
            </a:extLst>
          </p:cNvPr>
          <p:cNvSpPr>
            <a:spLocks xmlns:a="http://schemas.openxmlformats.org/drawingml/2006/main" noGrp="1"/>
          </p:cNvSpPr>
          <p:nvPr/>
        </p:nvSpPr>
        <p:spPr>
          <a:xfrm xmlns:a="http://schemas.openxmlformats.org/drawingml/2006/main">
            <a:off x="8887649"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128FF37-3335-427C-AF9C-31D4184F7BC7}"/>
              </a:ext>
            </a:extLst>
          </p:cNvPr>
          <p:cNvSpPr>
            <a:spLocks xmlns:a="http://schemas.openxmlformats.org/drawingml/2006/main" noGrp="1"/>
          </p:cNvSpPr>
          <p:nvPr/>
        </p:nvSpPr>
        <p:spPr>
          <a:xfrm xmlns:a="http://schemas.openxmlformats.org/drawingml/2006/main">
            <a:off x="9363212"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3FCEE82-EF58-4C18-87C5-7F88D269930A}"/>
              </a:ext>
            </a:extLst>
          </p:cNvPr>
          <p:cNvSpPr>
            <a:spLocks xmlns:a="http://schemas.openxmlformats.org/drawingml/2006/main" noGrp="1"/>
          </p:cNvSpPr>
          <p:nvPr/>
        </p:nvSpPr>
        <p:spPr>
          <a:xfrm xmlns:a="http://schemas.openxmlformats.org/drawingml/2006/main">
            <a:off x="982343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0FD3133-627B-496E-AB7E-C744AE1DC642}"/>
              </a:ext>
            </a:extLst>
          </p:cNvPr>
          <p:cNvSpPr>
            <a:spLocks xmlns:a="http://schemas.openxmlformats.org/drawingml/2006/main" noGrp="1"/>
          </p:cNvSpPr>
          <p:nvPr/>
        </p:nvSpPr>
        <p:spPr>
          <a:xfrm xmlns:a="http://schemas.openxmlformats.org/drawingml/2006/main">
            <a:off x="1029899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927DAC8-4647-448C-B2CC-1D4405D01AE8}"/>
              </a:ext>
            </a:extLst>
          </p:cNvPr>
          <p:cNvSpPr>
            <a:spLocks xmlns:a="http://schemas.openxmlformats.org/drawingml/2006/main" noGrp="1"/>
          </p:cNvSpPr>
          <p:nvPr/>
        </p:nvSpPr>
        <p:spPr>
          <a:xfrm xmlns:a="http://schemas.openxmlformats.org/drawingml/2006/main">
            <a:off x="10774561"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EF5CBC-ED6B-4C56-8FD9-F64921075BCD}"/>
              </a:ext>
            </a:extLst>
          </p:cNvPr>
          <p:cNvSpPr>
            <a:spLocks xmlns:a="http://schemas.openxmlformats.org/drawingml/2006/main" noGrp="1"/>
          </p:cNvSpPr>
          <p:nvPr/>
        </p:nvSpPr>
        <p:spPr>
          <a:xfrm xmlns:a="http://schemas.openxmlformats.org/drawingml/2006/main">
            <a:off x="11234783"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16633AC-64E2-46F2-8AC1-54F5AB490A24}"/>
              </a:ext>
            </a:extLst>
          </p:cNvPr>
          <p:cNvSpPr>
            <a:spLocks xmlns:a="http://schemas.openxmlformats.org/drawingml/2006/main" noGrp="1"/>
          </p:cNvSpPr>
          <p:nvPr/>
        </p:nvSpPr>
        <p:spPr>
          <a:xfrm xmlns:a="http://schemas.openxmlformats.org/drawingml/2006/main">
            <a:off x="8718901" y="2895600"/>
            <a:ext cx="506245"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19340B8-03F5-4EC0-AC87-81B9EC2E25AE}"/>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ABE958E-172C-4473-820E-4BBFA5965A79}"/>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2CA1AAB-8E5D-42FA-8731-A2A9F36DB54D}"/>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811F646-8B83-42F7-95F7-128FD638675F}"/>
              </a:ext>
            </a:extLst>
          </p:cNvPr>
          <p:cNvSpPr>
            <a:spLocks xmlns:a="http://schemas.openxmlformats.org/drawingml/2006/main" noGrp="1"/>
          </p:cNvSpPr>
          <p:nvPr/>
        </p:nvSpPr>
        <p:spPr>
          <a:xfrm xmlns:a="http://schemas.openxmlformats.org/drawingml/2006/main">
            <a:off x="842742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41648B7-7B9C-4812-A4AF-30FBCAD20948}"/>
              </a:ext>
            </a:extLst>
          </p:cNvPr>
          <p:cNvSpPr>
            <a:spLocks xmlns:a="http://schemas.openxmlformats.org/drawingml/2006/main" noGrp="1"/>
          </p:cNvSpPr>
          <p:nvPr/>
        </p:nvSpPr>
        <p:spPr>
          <a:xfrm xmlns:a="http://schemas.openxmlformats.org/drawingml/2006/main">
            <a:off x="8887649"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2BC1945-1A75-4885-A3A2-A3436C4DAD2C}"/>
              </a:ext>
            </a:extLst>
          </p:cNvPr>
          <p:cNvSpPr>
            <a:spLocks xmlns:a="http://schemas.openxmlformats.org/drawingml/2006/main" noGrp="1"/>
          </p:cNvSpPr>
          <p:nvPr/>
        </p:nvSpPr>
        <p:spPr>
          <a:xfrm xmlns:a="http://schemas.openxmlformats.org/drawingml/2006/main">
            <a:off x="9363212"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D3BB690-62E6-49F0-93CD-A558B258A13B}"/>
              </a:ext>
            </a:extLst>
          </p:cNvPr>
          <p:cNvSpPr>
            <a:spLocks xmlns:a="http://schemas.openxmlformats.org/drawingml/2006/main" noGrp="1"/>
          </p:cNvSpPr>
          <p:nvPr/>
        </p:nvSpPr>
        <p:spPr>
          <a:xfrm xmlns:a="http://schemas.openxmlformats.org/drawingml/2006/main">
            <a:off x="982343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9D90FEC-B3C0-4917-AE40-89103AEE1F11}"/>
              </a:ext>
            </a:extLst>
          </p:cNvPr>
          <p:cNvSpPr>
            <a:spLocks xmlns:a="http://schemas.openxmlformats.org/drawingml/2006/main" noGrp="1"/>
          </p:cNvSpPr>
          <p:nvPr/>
        </p:nvSpPr>
        <p:spPr>
          <a:xfrm xmlns:a="http://schemas.openxmlformats.org/drawingml/2006/main">
            <a:off x="1029899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71C81B3-DAF5-4A42-8CE4-7029AF243E75}"/>
              </a:ext>
            </a:extLst>
          </p:cNvPr>
          <p:cNvSpPr>
            <a:spLocks xmlns:a="http://schemas.openxmlformats.org/drawingml/2006/main" noGrp="1"/>
          </p:cNvSpPr>
          <p:nvPr/>
        </p:nvSpPr>
        <p:spPr>
          <a:xfrm xmlns:a="http://schemas.openxmlformats.org/drawingml/2006/main">
            <a:off x="10774561"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7BF7574-C888-4798-BE84-F43916D982F7}"/>
              </a:ext>
            </a:extLst>
          </p:cNvPr>
          <p:cNvSpPr>
            <a:spLocks xmlns:a="http://schemas.openxmlformats.org/drawingml/2006/main" noGrp="1"/>
          </p:cNvSpPr>
          <p:nvPr/>
        </p:nvSpPr>
        <p:spPr>
          <a:xfrm xmlns:a="http://schemas.openxmlformats.org/drawingml/2006/main">
            <a:off x="11234783"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27B4555-41DC-4497-A0DD-768BA6AE6999}"/>
              </a:ext>
            </a:extLst>
          </p:cNvPr>
          <p:cNvSpPr>
            <a:spLocks xmlns:a="http://schemas.openxmlformats.org/drawingml/2006/main" noGrp="1"/>
          </p:cNvSpPr>
          <p:nvPr/>
        </p:nvSpPr>
        <p:spPr>
          <a:xfrm xmlns:a="http://schemas.openxmlformats.org/drawingml/2006/main">
            <a:off x="9255827" y="3438525"/>
            <a:ext cx="61363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6E0C64E-161F-4BA8-AD87-5CDFF41EAC5D}"/>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AADB2DE-EB2D-4F13-B8FE-E1A4946B2A95}"/>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ABAD6F9-C238-4D2B-AEB8-89171E94DD0F}"/>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28F8E24-0C4D-4247-AD80-051B3BE6DA34}"/>
              </a:ext>
            </a:extLst>
          </p:cNvPr>
          <p:cNvSpPr>
            <a:spLocks xmlns:a="http://schemas.openxmlformats.org/drawingml/2006/main" noGrp="1"/>
          </p:cNvSpPr>
          <p:nvPr/>
        </p:nvSpPr>
        <p:spPr>
          <a:xfrm xmlns:a="http://schemas.openxmlformats.org/drawingml/2006/main">
            <a:off x="842742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165A1BB-C4EF-47D0-9D37-0FF2C3DE0F83}"/>
              </a:ext>
            </a:extLst>
          </p:cNvPr>
          <p:cNvSpPr>
            <a:spLocks xmlns:a="http://schemas.openxmlformats.org/drawingml/2006/main" noGrp="1"/>
          </p:cNvSpPr>
          <p:nvPr/>
        </p:nvSpPr>
        <p:spPr>
          <a:xfrm xmlns:a="http://schemas.openxmlformats.org/drawingml/2006/main">
            <a:off x="8887649"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9516BB8-D487-44A8-9477-AB9887BE7230}"/>
              </a:ext>
            </a:extLst>
          </p:cNvPr>
          <p:cNvSpPr>
            <a:spLocks xmlns:a="http://schemas.openxmlformats.org/drawingml/2006/main" noGrp="1"/>
          </p:cNvSpPr>
          <p:nvPr/>
        </p:nvSpPr>
        <p:spPr>
          <a:xfrm xmlns:a="http://schemas.openxmlformats.org/drawingml/2006/main">
            <a:off x="9363212"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657BC5A-F067-41A7-9D7E-84D01F7BD8DC}"/>
              </a:ext>
            </a:extLst>
          </p:cNvPr>
          <p:cNvSpPr>
            <a:spLocks xmlns:a="http://schemas.openxmlformats.org/drawingml/2006/main" noGrp="1"/>
          </p:cNvSpPr>
          <p:nvPr/>
        </p:nvSpPr>
        <p:spPr>
          <a:xfrm xmlns:a="http://schemas.openxmlformats.org/drawingml/2006/main">
            <a:off x="982343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61A290D-D55F-4346-9B39-0174E12F51A8}"/>
              </a:ext>
            </a:extLst>
          </p:cNvPr>
          <p:cNvSpPr>
            <a:spLocks xmlns:a="http://schemas.openxmlformats.org/drawingml/2006/main" noGrp="1"/>
          </p:cNvSpPr>
          <p:nvPr/>
        </p:nvSpPr>
        <p:spPr>
          <a:xfrm xmlns:a="http://schemas.openxmlformats.org/drawingml/2006/main">
            <a:off x="1029899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17FDC89-DADB-4059-854C-F32D728C537E}"/>
              </a:ext>
            </a:extLst>
          </p:cNvPr>
          <p:cNvSpPr>
            <a:spLocks xmlns:a="http://schemas.openxmlformats.org/drawingml/2006/main" noGrp="1"/>
          </p:cNvSpPr>
          <p:nvPr/>
        </p:nvSpPr>
        <p:spPr>
          <a:xfrm xmlns:a="http://schemas.openxmlformats.org/drawingml/2006/main">
            <a:off x="10774561"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EBB462A-D096-4300-AF4C-AC249811D76B}"/>
              </a:ext>
            </a:extLst>
          </p:cNvPr>
          <p:cNvSpPr>
            <a:spLocks xmlns:a="http://schemas.openxmlformats.org/drawingml/2006/main" noGrp="1"/>
          </p:cNvSpPr>
          <p:nvPr/>
        </p:nvSpPr>
        <p:spPr>
          <a:xfrm xmlns:a="http://schemas.openxmlformats.org/drawingml/2006/main">
            <a:off x="11234783"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013E23A-0E0C-4320-B081-AE6DA57F52B9}"/>
              </a:ext>
            </a:extLst>
          </p:cNvPr>
          <p:cNvSpPr>
            <a:spLocks xmlns:a="http://schemas.openxmlformats.org/drawingml/2006/main" noGrp="1"/>
          </p:cNvSpPr>
          <p:nvPr/>
        </p:nvSpPr>
        <p:spPr>
          <a:xfrm xmlns:a="http://schemas.openxmlformats.org/drawingml/2006/main">
            <a:off x="9900138" y="3981450"/>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F83F4AE-1DBF-4B13-B98C-E667D8F1920D}"/>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C19B496-AFC7-4F98-89CE-A7F02BE7BF0A}"/>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6E5BD83-957F-4F9E-9C62-67659327B4FE}"/>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9EB693D8-F69A-422B-ADD8-87BF0E690AE1}"/>
              </a:ext>
            </a:extLst>
          </p:cNvPr>
          <p:cNvSpPr>
            <a:spLocks xmlns:a="http://schemas.openxmlformats.org/drawingml/2006/main" noGrp="1"/>
          </p:cNvSpPr>
          <p:nvPr/>
        </p:nvSpPr>
        <p:spPr>
          <a:xfrm xmlns:a="http://schemas.openxmlformats.org/drawingml/2006/main">
            <a:off x="842742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174F10BD-1D01-4B2D-8FE0-22F99A317F65}"/>
              </a:ext>
            </a:extLst>
          </p:cNvPr>
          <p:cNvSpPr>
            <a:spLocks xmlns:a="http://schemas.openxmlformats.org/drawingml/2006/main" noGrp="1"/>
          </p:cNvSpPr>
          <p:nvPr/>
        </p:nvSpPr>
        <p:spPr>
          <a:xfrm xmlns:a="http://schemas.openxmlformats.org/drawingml/2006/main">
            <a:off x="8887649"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722850E-CEE4-4FC0-8AE7-6062658331E2}"/>
              </a:ext>
            </a:extLst>
          </p:cNvPr>
          <p:cNvSpPr>
            <a:spLocks xmlns:a="http://schemas.openxmlformats.org/drawingml/2006/main" noGrp="1"/>
          </p:cNvSpPr>
          <p:nvPr/>
        </p:nvSpPr>
        <p:spPr>
          <a:xfrm xmlns:a="http://schemas.openxmlformats.org/drawingml/2006/main">
            <a:off x="9363212"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BA60D72E-A08D-4C71-99A7-F33E1FC9676A}"/>
              </a:ext>
            </a:extLst>
          </p:cNvPr>
          <p:cNvSpPr>
            <a:spLocks xmlns:a="http://schemas.openxmlformats.org/drawingml/2006/main" noGrp="1"/>
          </p:cNvSpPr>
          <p:nvPr/>
        </p:nvSpPr>
        <p:spPr>
          <a:xfrm xmlns:a="http://schemas.openxmlformats.org/drawingml/2006/main">
            <a:off x="982343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C2240FBB-CFE6-4680-B979-4263EAB0884D}"/>
              </a:ext>
            </a:extLst>
          </p:cNvPr>
          <p:cNvSpPr>
            <a:spLocks xmlns:a="http://schemas.openxmlformats.org/drawingml/2006/main" noGrp="1"/>
          </p:cNvSpPr>
          <p:nvPr/>
        </p:nvSpPr>
        <p:spPr>
          <a:xfrm xmlns:a="http://schemas.openxmlformats.org/drawingml/2006/main">
            <a:off x="1029899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0F4F83A8-758A-4A24-AB4B-54E37C4D286D}"/>
              </a:ext>
            </a:extLst>
          </p:cNvPr>
          <p:cNvSpPr>
            <a:spLocks xmlns:a="http://schemas.openxmlformats.org/drawingml/2006/main" noGrp="1"/>
          </p:cNvSpPr>
          <p:nvPr/>
        </p:nvSpPr>
        <p:spPr>
          <a:xfrm xmlns:a="http://schemas.openxmlformats.org/drawingml/2006/main">
            <a:off x="10774561"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4BBE9F1-8EE8-4607-BF09-39EBEAC12DE5}"/>
              </a:ext>
            </a:extLst>
          </p:cNvPr>
          <p:cNvSpPr>
            <a:spLocks xmlns:a="http://schemas.openxmlformats.org/drawingml/2006/main" noGrp="1"/>
          </p:cNvSpPr>
          <p:nvPr/>
        </p:nvSpPr>
        <p:spPr>
          <a:xfrm xmlns:a="http://schemas.openxmlformats.org/drawingml/2006/main">
            <a:off x="11234783"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F9D5AD7E-172E-4D93-AEE8-2C8AEE0979B2}"/>
              </a:ext>
            </a:extLst>
          </p:cNvPr>
          <p:cNvSpPr>
            <a:spLocks xmlns:a="http://schemas.openxmlformats.org/drawingml/2006/main" noGrp="1"/>
          </p:cNvSpPr>
          <p:nvPr/>
        </p:nvSpPr>
        <p:spPr>
          <a:xfrm xmlns:a="http://schemas.openxmlformats.org/drawingml/2006/main">
            <a:off x="10329679" y="4524375"/>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2958E7E3-227B-4D34-827C-7DFAF0D1B2FC}"/>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FFA8000D-909A-48AD-8964-E46FFB30787F}"/>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9E5EAC2E-4B8F-4FA5-B240-7147F54500DD}"/>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C5FE334B-54F7-4928-B3D0-8408BB78D340}"/>
              </a:ext>
            </a:extLst>
          </p:cNvPr>
          <p:cNvSpPr>
            <a:spLocks xmlns:a="http://schemas.openxmlformats.org/drawingml/2006/main" noGrp="1"/>
          </p:cNvSpPr>
          <p:nvPr/>
        </p:nvSpPr>
        <p:spPr>
          <a:xfrm xmlns:a="http://schemas.openxmlformats.org/drawingml/2006/main">
            <a:off x="842742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66B80CA2-1F17-4824-B06A-7D0F52FBDD10}"/>
              </a:ext>
            </a:extLst>
          </p:cNvPr>
          <p:cNvSpPr>
            <a:spLocks xmlns:a="http://schemas.openxmlformats.org/drawingml/2006/main" noGrp="1"/>
          </p:cNvSpPr>
          <p:nvPr/>
        </p:nvSpPr>
        <p:spPr>
          <a:xfrm xmlns:a="http://schemas.openxmlformats.org/drawingml/2006/main">
            <a:off x="8887649"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6F9FB455-271C-440F-8824-23281DFB024A}"/>
              </a:ext>
            </a:extLst>
          </p:cNvPr>
          <p:cNvSpPr>
            <a:spLocks xmlns:a="http://schemas.openxmlformats.org/drawingml/2006/main" noGrp="1"/>
          </p:cNvSpPr>
          <p:nvPr/>
        </p:nvSpPr>
        <p:spPr>
          <a:xfrm xmlns:a="http://schemas.openxmlformats.org/drawingml/2006/main">
            <a:off x="9363212"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6E5D0529-B5C5-4BE4-9E70-F7DA18545D3B}"/>
              </a:ext>
            </a:extLst>
          </p:cNvPr>
          <p:cNvSpPr>
            <a:spLocks xmlns:a="http://schemas.openxmlformats.org/drawingml/2006/main" noGrp="1"/>
          </p:cNvSpPr>
          <p:nvPr/>
        </p:nvSpPr>
        <p:spPr>
          <a:xfrm xmlns:a="http://schemas.openxmlformats.org/drawingml/2006/main">
            <a:off x="982343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9E0CB783-073A-4C4E-8EB8-34EB5BD0D09B}"/>
              </a:ext>
            </a:extLst>
          </p:cNvPr>
          <p:cNvSpPr>
            <a:spLocks xmlns:a="http://schemas.openxmlformats.org/drawingml/2006/main" noGrp="1"/>
          </p:cNvSpPr>
          <p:nvPr/>
        </p:nvSpPr>
        <p:spPr>
          <a:xfrm xmlns:a="http://schemas.openxmlformats.org/drawingml/2006/main">
            <a:off x="1029899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0F31B03F-7483-4E08-A754-0D833F7AA706}"/>
              </a:ext>
            </a:extLst>
          </p:cNvPr>
          <p:cNvSpPr>
            <a:spLocks xmlns:a="http://schemas.openxmlformats.org/drawingml/2006/main" noGrp="1"/>
          </p:cNvSpPr>
          <p:nvPr/>
        </p:nvSpPr>
        <p:spPr>
          <a:xfrm xmlns:a="http://schemas.openxmlformats.org/drawingml/2006/main">
            <a:off x="10774561"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CCD85EA0-4BAF-4009-8090-7838643492A9}"/>
              </a:ext>
            </a:extLst>
          </p:cNvPr>
          <p:cNvSpPr>
            <a:spLocks xmlns:a="http://schemas.openxmlformats.org/drawingml/2006/main" noGrp="1"/>
          </p:cNvSpPr>
          <p:nvPr/>
        </p:nvSpPr>
        <p:spPr>
          <a:xfrm xmlns:a="http://schemas.openxmlformats.org/drawingml/2006/main">
            <a:off x="11234783"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5767A79D-84D2-42F3-8BD6-9A424E8793CC}"/>
              </a:ext>
            </a:extLst>
          </p:cNvPr>
          <p:cNvSpPr>
            <a:spLocks xmlns:a="http://schemas.openxmlformats.org/drawingml/2006/main" noGrp="1"/>
          </p:cNvSpPr>
          <p:nvPr/>
        </p:nvSpPr>
        <p:spPr>
          <a:xfrm xmlns:a="http://schemas.openxmlformats.org/drawingml/2006/main">
            <a:off x="10759220" y="5067300"/>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B34C4049-EC8F-4C4A-BE01-DC919E937EF7}"/>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F875056C-3599-4017-9F92-5C2E070E8646}"/>
              </a:ext>
            </a:extLst>
          </p:cNvPr>
          <p:cNvSpPr>
            <a:spLocks xmlns:a="http://schemas.openxmlformats.org/drawingml/2006/main" noGrp="1"/>
          </p:cNvSpPr>
          <p:nvPr/>
        </p:nvSpPr>
        <p:spPr>
          <a:xfrm xmlns:a="http://schemas.openxmlformats.org/drawingml/2006/main">
            <a:off x="8181975" y="54387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F892E686-E2FB-4DD0-8681-3AAB6AC28CD7}"/>
              </a:ext>
            </a:extLst>
          </p:cNvPr>
          <p:cNvSpPr>
            <a:spLocks xmlns:a="http://schemas.openxmlformats.org/drawingml/2006/main" noGrp="1"/>
          </p:cNvSpPr>
          <p:nvPr/>
        </p:nvSpPr>
        <p:spPr>
          <a:xfrm xmlns:a="http://schemas.openxmlformats.org/drawingml/2006/main">
            <a:off x="8181975"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0BC26252-C511-401E-AC67-122BA566FD2B}"/>
              </a:ext>
            </a:extLst>
          </p:cNvPr>
          <p:cNvSpPr>
            <a:spLocks xmlns:a="http://schemas.openxmlformats.org/drawingml/2006/main" noGrp="1"/>
          </p:cNvSpPr>
          <p:nvPr/>
        </p:nvSpPr>
        <p:spPr>
          <a:xfrm xmlns:a="http://schemas.openxmlformats.org/drawingml/2006/main">
            <a:off x="8427427"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5EBB3ADE-4068-4A44-B341-E3A7F24DB850}"/>
              </a:ext>
            </a:extLst>
          </p:cNvPr>
          <p:cNvSpPr>
            <a:spLocks xmlns:a="http://schemas.openxmlformats.org/drawingml/2006/main" noGrp="1"/>
          </p:cNvSpPr>
          <p:nvPr/>
        </p:nvSpPr>
        <p:spPr>
          <a:xfrm xmlns:a="http://schemas.openxmlformats.org/drawingml/2006/main">
            <a:off x="8887649"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B76D5338-134E-4C96-BCDB-D3CC2CFC6A65}"/>
              </a:ext>
            </a:extLst>
          </p:cNvPr>
          <p:cNvSpPr>
            <a:spLocks xmlns:a="http://schemas.openxmlformats.org/drawingml/2006/main" noGrp="1"/>
          </p:cNvSpPr>
          <p:nvPr/>
        </p:nvSpPr>
        <p:spPr>
          <a:xfrm xmlns:a="http://schemas.openxmlformats.org/drawingml/2006/main">
            <a:off x="9363212"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AF637428-2E27-483B-ADD9-3C5E9C802A8E}"/>
              </a:ext>
            </a:extLst>
          </p:cNvPr>
          <p:cNvSpPr>
            <a:spLocks xmlns:a="http://schemas.openxmlformats.org/drawingml/2006/main" noGrp="1"/>
          </p:cNvSpPr>
          <p:nvPr/>
        </p:nvSpPr>
        <p:spPr>
          <a:xfrm xmlns:a="http://schemas.openxmlformats.org/drawingml/2006/main">
            <a:off x="9823435"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A72D4F33-D4B2-46EB-AABA-F340AE3D5EF8}"/>
              </a:ext>
            </a:extLst>
          </p:cNvPr>
          <p:cNvSpPr>
            <a:spLocks xmlns:a="http://schemas.openxmlformats.org/drawingml/2006/main" noGrp="1"/>
          </p:cNvSpPr>
          <p:nvPr/>
        </p:nvSpPr>
        <p:spPr>
          <a:xfrm xmlns:a="http://schemas.openxmlformats.org/drawingml/2006/main">
            <a:off x="10298998"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0D3F2422-9CEB-452F-A9F5-D6914D53BD09}"/>
              </a:ext>
            </a:extLst>
          </p:cNvPr>
          <p:cNvSpPr>
            <a:spLocks xmlns:a="http://schemas.openxmlformats.org/drawingml/2006/main" noGrp="1"/>
          </p:cNvSpPr>
          <p:nvPr/>
        </p:nvSpPr>
        <p:spPr>
          <a:xfrm xmlns:a="http://schemas.openxmlformats.org/drawingml/2006/main">
            <a:off x="10774561"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E36A39C-470B-40A5-A314-B51928583B85}"/>
              </a:ext>
            </a:extLst>
          </p:cNvPr>
          <p:cNvSpPr>
            <a:spLocks xmlns:a="http://schemas.openxmlformats.org/drawingml/2006/main" noGrp="1"/>
          </p:cNvSpPr>
          <p:nvPr/>
        </p:nvSpPr>
        <p:spPr>
          <a:xfrm xmlns:a="http://schemas.openxmlformats.org/drawingml/2006/main">
            <a:off x="11234783"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7E25F049-6343-47A0-91C7-435E60E9A35C}"/>
              </a:ext>
            </a:extLst>
          </p:cNvPr>
          <p:cNvSpPr>
            <a:spLocks xmlns:a="http://schemas.openxmlformats.org/drawingml/2006/main" noGrp="1"/>
          </p:cNvSpPr>
          <p:nvPr/>
        </p:nvSpPr>
        <p:spPr>
          <a:xfrm xmlns:a="http://schemas.openxmlformats.org/drawingml/2006/main">
            <a:off x="11188761" y="5610225"/>
            <a:ext cx="18408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E013BD28-04FB-4FCA-BE05-9E69209B069D}"/>
              </a:ext>
            </a:extLst>
          </p:cNvPr>
          <p:cNvSpPr>
            <a:spLocks xmlns:a="http://schemas.openxmlformats.org/drawingml/2006/main" noGrp="1"/>
          </p:cNvSpPr>
          <p:nvPr/>
        </p:nvSpPr>
        <p:spPr>
          <a:xfrm xmlns:a="http://schemas.openxmlformats.org/drawingml/2006/main">
            <a:off x="8181975" y="59721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0" name="Duraciones según el XML: jornada de 8 h. Barr">
            <a:extLst xmlns:a="http://schemas.openxmlformats.org/drawingml/2006/main">
              <a:ext uri="{FF2B5EF4-FFF2-40B4-BE49-F238E27FC236}">
                <a16:creationId xmlns:a16="http://schemas.microsoft.com/office/drawing/2014/main" id="{FDC6F964-5751-426C-93FF-4197D1A1C1A8}"/>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91" name="Cronograma XML 2026">
            <a:extLst xmlns:a="http://schemas.openxmlformats.org/drawingml/2006/main">
              <a:ext uri="{FF2B5EF4-FFF2-40B4-BE49-F238E27FC236}">
                <a16:creationId xmlns:a16="http://schemas.microsoft.com/office/drawing/2014/main" id="{F73537B4-18D9-477F-8FD3-B439DD777BC1}"/>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92" name="13 / 20">
            <a:extLst xmlns:a="http://schemas.openxmlformats.org/drawingml/2006/main">
              <a:ext uri="{FF2B5EF4-FFF2-40B4-BE49-F238E27FC236}">
                <a16:creationId xmlns:a16="http://schemas.microsoft.com/office/drawing/2014/main" id="{3C39B40C-69FD-4927-9CBB-3DBF0A6B5EB2}"/>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13 / 20</a:t>
            </a:r>
          </a:p>
        </p:txBody>
      </p:sp>
    </p:spTree>
    <p:extLst>
      <p:ext uri="{BB962C8B-B14F-4D97-AF65-F5344CB8AC3E}">
        <p14:creationId xmlns:p14="http://schemas.microsoft.com/office/powerpoint/2010/main" val="951445605"/>
      </p:ext>
    </p:extLst>
  </p:cSld>
</p:sld>
</file>

<file path=ppt/slides/slide14.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09" name="1. Usuarios y roles">
            <a:extLst xmlns:a="http://schemas.openxmlformats.org/drawingml/2006/main">
              <a:ext uri="{FF2B5EF4-FFF2-40B4-BE49-F238E27FC236}">
                <a16:creationId xmlns:a16="http://schemas.microsoft.com/office/drawing/2014/main" id="{8D03BDDC-F2DE-40A5-80DA-5BF79B1A4562}"/>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1. Usuarios y roles</a:t>
            </a:r>
          </a:p>
        </p:txBody>
      </p:sp>
      <p:sp>
        <p:nvSpPr>
          <p:cNvPr id="2" name="16/03 al 17/04 de 2026  ·  25 días laborables">
            <a:extLst xmlns:a="http://schemas.openxmlformats.org/drawingml/2006/main">
              <a:ext uri="{FF2B5EF4-FFF2-40B4-BE49-F238E27FC236}">
                <a16:creationId xmlns:a16="http://schemas.microsoft.com/office/drawing/2014/main" id="{E645491E-E92C-4A29-836D-AA72293C7676}"/>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16/03 al 17/04 de 2026  ·  25 días laborables</a:t>
            </a:r>
          </a:p>
        </p:txBody>
      </p:sp>
      <p:graphicFrame>
        <p:nvGraphicFramePr>
          <p:cNvPr id="3" name="">
            <a:extLst xmlns:a="http://schemas.openxmlformats.org/drawingml/2006/main">
              <a:ext uri="{FF2B5EF4-FFF2-40B4-BE49-F238E27FC236}">
                <a16:creationId xmlns:a16="http://schemas.microsoft.com/office/drawing/2014/main" id="{8039BD62-824F-40B5-9BDC-9DC4F5377199}"/>
              </a:ext>
            </a:extLst>
          </p:cNvPr>
          <p:cNvGraphicFramePr/>
          <p:nvPr/>
        </p:nvGraphicFramePr>
        <p:xfrm>
          <a:off xmlns:a="http://schemas.openxmlformats.org/drawingml/2006/main" x="809625" y="1781175"/>
          <a:ext xmlns:a="http://schemas.openxmlformats.org/drawingml/2006/main" cx="7105650" cy="3657600"/>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2</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requerimientos del módulo de usuarios, roles y permisos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16/03/26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20/03/26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tablas relacionadas con usuarios, roles, permisos y bitácora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23/03/26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27/03/26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autenticación e inicio de sesión</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30/03/26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5</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gestión de usuarios, roles y permisos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06/04/26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10/04/26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6</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Implementación de bitácora básica de acciones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13/04/26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15/04/26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7</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16/04/26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17/04/26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914CCEA-CE14-4EB1-B5CE-7A612E175457}"/>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16/03">
            <a:extLst xmlns:a="http://schemas.openxmlformats.org/drawingml/2006/main">
              <a:ext uri="{FF2B5EF4-FFF2-40B4-BE49-F238E27FC236}">
                <a16:creationId xmlns:a16="http://schemas.microsoft.com/office/drawing/2014/main" id="{7F77D886-69A3-48B4-A76E-7F63CB5994BE}"/>
              </a:ext>
            </a:extLst>
          </p:cNvPr>
          <p:cNvSpPr>
            <a:spLocks xmlns:a="http://schemas.openxmlformats.org/drawingml/2006/main" noGrp="1"/>
          </p:cNvSpPr>
          <p:nvPr/>
        </p:nvSpPr>
        <p:spPr>
          <a:xfrm xmlns:a="http://schemas.openxmlformats.org/drawingml/2006/main">
            <a:off x="8191500"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16/03</a:t>
            </a:r>
          </a:p>
        </p:txBody>
      </p:sp>
      <p:sp>
        <p:nvSpPr>
          <p:cNvPr id="6" name="23/03">
            <a:extLst xmlns:a="http://schemas.openxmlformats.org/drawingml/2006/main">
              <a:ext uri="{FF2B5EF4-FFF2-40B4-BE49-F238E27FC236}">
                <a16:creationId xmlns:a16="http://schemas.microsoft.com/office/drawing/2014/main" id="{C6E8E06D-7F5E-4162-BC03-C5382DAE941C}"/>
              </a:ext>
            </a:extLst>
          </p:cNvPr>
          <p:cNvSpPr>
            <a:spLocks xmlns:a="http://schemas.openxmlformats.org/drawingml/2006/main" noGrp="1"/>
          </p:cNvSpPr>
          <p:nvPr/>
        </p:nvSpPr>
        <p:spPr>
          <a:xfrm xmlns:a="http://schemas.openxmlformats.org/drawingml/2006/main">
            <a:off x="8868352"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23/03</a:t>
            </a:r>
          </a:p>
        </p:txBody>
      </p:sp>
      <p:sp>
        <p:nvSpPr>
          <p:cNvPr id="7" name="30/03">
            <a:extLst xmlns:a="http://schemas.openxmlformats.org/drawingml/2006/main">
              <a:ext uri="{FF2B5EF4-FFF2-40B4-BE49-F238E27FC236}">
                <a16:creationId xmlns:a16="http://schemas.microsoft.com/office/drawing/2014/main" id="{B3F918F3-D4D5-469B-8485-B8474655E25D}"/>
              </a:ext>
            </a:extLst>
          </p:cNvPr>
          <p:cNvSpPr>
            <a:spLocks xmlns:a="http://schemas.openxmlformats.org/drawingml/2006/main" noGrp="1"/>
          </p:cNvSpPr>
          <p:nvPr/>
        </p:nvSpPr>
        <p:spPr>
          <a:xfrm xmlns:a="http://schemas.openxmlformats.org/drawingml/2006/main">
            <a:off x="9545205"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30/03</a:t>
            </a:r>
          </a:p>
        </p:txBody>
      </p:sp>
      <p:sp>
        <p:nvSpPr>
          <p:cNvPr id="8" name="06/04">
            <a:extLst xmlns:a="http://schemas.openxmlformats.org/drawingml/2006/main">
              <a:ext uri="{FF2B5EF4-FFF2-40B4-BE49-F238E27FC236}">
                <a16:creationId xmlns:a16="http://schemas.microsoft.com/office/drawing/2014/main" id="{6C977819-6EDD-41F4-A403-3337AC99F453}"/>
              </a:ext>
            </a:extLst>
          </p:cNvPr>
          <p:cNvSpPr>
            <a:spLocks xmlns:a="http://schemas.openxmlformats.org/drawingml/2006/main" noGrp="1"/>
          </p:cNvSpPr>
          <p:nvPr/>
        </p:nvSpPr>
        <p:spPr>
          <a:xfrm xmlns:a="http://schemas.openxmlformats.org/drawingml/2006/main">
            <a:off x="10222057"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06/04</a:t>
            </a:r>
          </a:p>
        </p:txBody>
      </p:sp>
      <p:sp>
        <p:nvSpPr>
          <p:cNvPr id="9" name="13/04">
            <a:extLst xmlns:a="http://schemas.openxmlformats.org/drawingml/2006/main">
              <a:ext uri="{FF2B5EF4-FFF2-40B4-BE49-F238E27FC236}">
                <a16:creationId xmlns:a16="http://schemas.microsoft.com/office/drawing/2014/main" id="{AE9F0BE2-9A4E-477A-A098-C5CECEA028E0}"/>
              </a:ext>
            </a:extLst>
          </p:cNvPr>
          <p:cNvSpPr>
            <a:spLocks xmlns:a="http://schemas.openxmlformats.org/drawingml/2006/main" noGrp="1"/>
          </p:cNvSpPr>
          <p:nvPr/>
        </p:nvSpPr>
        <p:spPr>
          <a:xfrm xmlns:a="http://schemas.openxmlformats.org/drawingml/2006/main">
            <a:off x="10898909" y="1876425"/>
            <a:ext cx="46441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13/04</a:t>
            </a:r>
          </a:p>
        </p:txBody>
      </p:sp>
      <p:sp>
        <p:nvSpPr>
          <p:cNvPr id="10" name="">
            <a:extLst xmlns:a="http://schemas.openxmlformats.org/drawingml/2006/main">
              <a:ext uri="{FF2B5EF4-FFF2-40B4-BE49-F238E27FC236}">
                <a16:creationId xmlns:a16="http://schemas.microsoft.com/office/drawing/2014/main" id="{240E6430-4759-4091-9CA9-B7AA99E18038}"/>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483F49-732C-4281-9BD0-EF5871E9F31E}"/>
              </a:ext>
            </a:extLst>
          </p:cNvPr>
          <p:cNvSpPr>
            <a:spLocks xmlns:a="http://schemas.openxmlformats.org/drawingml/2006/main" noGrp="1"/>
          </p:cNvSpPr>
          <p:nvPr/>
        </p:nvSpPr>
        <p:spPr>
          <a:xfrm xmlns:a="http://schemas.openxmlformats.org/drawingml/2006/main">
            <a:off x="8665441"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2571F2-44F1-4D2A-9396-AB36B62BB63E}"/>
              </a:ext>
            </a:extLst>
          </p:cNvPr>
          <p:cNvSpPr>
            <a:spLocks xmlns:a="http://schemas.openxmlformats.org/drawingml/2006/main" noGrp="1"/>
          </p:cNvSpPr>
          <p:nvPr/>
        </p:nvSpPr>
        <p:spPr>
          <a:xfrm xmlns:a="http://schemas.openxmlformats.org/drawingml/2006/main">
            <a:off x="8762134"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1BB5BD-0555-400D-A9BF-7675EC9EBF41}"/>
              </a:ext>
            </a:extLst>
          </p:cNvPr>
          <p:cNvSpPr>
            <a:spLocks xmlns:a="http://schemas.openxmlformats.org/drawingml/2006/main" noGrp="1"/>
          </p:cNvSpPr>
          <p:nvPr/>
        </p:nvSpPr>
        <p:spPr>
          <a:xfrm xmlns:a="http://schemas.openxmlformats.org/drawingml/2006/main">
            <a:off x="9342293"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B7F185-A04D-4004-9857-E24ECA05EEFC}"/>
              </a:ext>
            </a:extLst>
          </p:cNvPr>
          <p:cNvSpPr>
            <a:spLocks xmlns:a="http://schemas.openxmlformats.org/drawingml/2006/main" noGrp="1"/>
          </p:cNvSpPr>
          <p:nvPr/>
        </p:nvSpPr>
        <p:spPr>
          <a:xfrm xmlns:a="http://schemas.openxmlformats.org/drawingml/2006/main">
            <a:off x="9438986"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E8911C-BE9B-4EB9-8729-61EE0756DF9B}"/>
              </a:ext>
            </a:extLst>
          </p:cNvPr>
          <p:cNvSpPr>
            <a:spLocks xmlns:a="http://schemas.openxmlformats.org/drawingml/2006/main" noGrp="1"/>
          </p:cNvSpPr>
          <p:nvPr/>
        </p:nvSpPr>
        <p:spPr>
          <a:xfrm xmlns:a="http://schemas.openxmlformats.org/drawingml/2006/main">
            <a:off x="10019145"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C22673D-656E-4C4B-8B7D-F002CCB84088}"/>
              </a:ext>
            </a:extLst>
          </p:cNvPr>
          <p:cNvSpPr>
            <a:spLocks xmlns:a="http://schemas.openxmlformats.org/drawingml/2006/main" noGrp="1"/>
          </p:cNvSpPr>
          <p:nvPr/>
        </p:nvSpPr>
        <p:spPr>
          <a:xfrm xmlns:a="http://schemas.openxmlformats.org/drawingml/2006/main">
            <a:off x="10115839"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7AAB3C9-9372-4646-B9CA-4F5F1F76247E}"/>
              </a:ext>
            </a:extLst>
          </p:cNvPr>
          <p:cNvSpPr>
            <a:spLocks xmlns:a="http://schemas.openxmlformats.org/drawingml/2006/main" noGrp="1"/>
          </p:cNvSpPr>
          <p:nvPr/>
        </p:nvSpPr>
        <p:spPr>
          <a:xfrm xmlns:a="http://schemas.openxmlformats.org/drawingml/2006/main">
            <a:off x="10695998"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9988090-0402-40A0-8CBA-1529E11376CB}"/>
              </a:ext>
            </a:extLst>
          </p:cNvPr>
          <p:cNvSpPr>
            <a:spLocks xmlns:a="http://schemas.openxmlformats.org/drawingml/2006/main" noGrp="1"/>
          </p:cNvSpPr>
          <p:nvPr/>
        </p:nvSpPr>
        <p:spPr>
          <a:xfrm xmlns:a="http://schemas.openxmlformats.org/drawingml/2006/main">
            <a:off x="10792691"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2DFE3F5-CE45-4DBA-9FC5-2BC8F82A92A4}"/>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59A407-3240-4723-9832-2E9CB9812B55}"/>
              </a:ext>
            </a:extLst>
          </p:cNvPr>
          <p:cNvSpPr>
            <a:spLocks xmlns:a="http://schemas.openxmlformats.org/drawingml/2006/main" noGrp="1"/>
          </p:cNvSpPr>
          <p:nvPr/>
        </p:nvSpPr>
        <p:spPr>
          <a:xfrm xmlns:a="http://schemas.openxmlformats.org/drawingml/2006/main">
            <a:off x="885882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00CBD09-2470-4B9A-9EBD-94D8095383AD}"/>
              </a:ext>
            </a:extLst>
          </p:cNvPr>
          <p:cNvSpPr>
            <a:spLocks xmlns:a="http://schemas.openxmlformats.org/drawingml/2006/main" noGrp="1"/>
          </p:cNvSpPr>
          <p:nvPr/>
        </p:nvSpPr>
        <p:spPr>
          <a:xfrm xmlns:a="http://schemas.openxmlformats.org/drawingml/2006/main">
            <a:off x="9535680"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430AD5-5B75-43C4-B9D6-B8A49A6C0BA9}"/>
              </a:ext>
            </a:extLst>
          </p:cNvPr>
          <p:cNvSpPr>
            <a:spLocks xmlns:a="http://schemas.openxmlformats.org/drawingml/2006/main" noGrp="1"/>
          </p:cNvSpPr>
          <p:nvPr/>
        </p:nvSpPr>
        <p:spPr>
          <a:xfrm xmlns:a="http://schemas.openxmlformats.org/drawingml/2006/main">
            <a:off x="10212532"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351C88-8C1F-4194-8BFC-0039B44B082D}"/>
              </a:ext>
            </a:extLst>
          </p:cNvPr>
          <p:cNvSpPr>
            <a:spLocks xmlns:a="http://schemas.openxmlformats.org/drawingml/2006/main" noGrp="1"/>
          </p:cNvSpPr>
          <p:nvPr/>
        </p:nvSpPr>
        <p:spPr>
          <a:xfrm xmlns:a="http://schemas.openxmlformats.org/drawingml/2006/main">
            <a:off x="10889384"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056D670-2D83-46F2-A49E-E1221E5BD09E}"/>
              </a:ext>
            </a:extLst>
          </p:cNvPr>
          <p:cNvSpPr>
            <a:spLocks xmlns:a="http://schemas.openxmlformats.org/drawingml/2006/main" noGrp="1"/>
          </p:cNvSpPr>
          <p:nvPr/>
        </p:nvSpPr>
        <p:spPr>
          <a:xfrm xmlns:a="http://schemas.openxmlformats.org/drawingml/2006/main">
            <a:off x="8181975" y="2352675"/>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58B8100-7F88-488B-9683-8D914B14E66E}"/>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66EAD09-164B-4A31-A1C1-28AAD4D38CD5}"/>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CBF6770-5DBB-49C0-8808-6B6A06BF6189}"/>
              </a:ext>
            </a:extLst>
          </p:cNvPr>
          <p:cNvSpPr>
            <a:spLocks xmlns:a="http://schemas.openxmlformats.org/drawingml/2006/main" noGrp="1"/>
          </p:cNvSpPr>
          <p:nvPr/>
        </p:nvSpPr>
        <p:spPr>
          <a:xfrm xmlns:a="http://schemas.openxmlformats.org/drawingml/2006/main">
            <a:off x="8665441"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6E3DE1E-4480-41B3-BDC0-87D298F33471}"/>
              </a:ext>
            </a:extLst>
          </p:cNvPr>
          <p:cNvSpPr>
            <a:spLocks xmlns:a="http://schemas.openxmlformats.org/drawingml/2006/main" noGrp="1"/>
          </p:cNvSpPr>
          <p:nvPr/>
        </p:nvSpPr>
        <p:spPr>
          <a:xfrm xmlns:a="http://schemas.openxmlformats.org/drawingml/2006/main">
            <a:off x="8762134"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3D77E47-8A33-40A8-87D5-E36BB417F0DA}"/>
              </a:ext>
            </a:extLst>
          </p:cNvPr>
          <p:cNvSpPr>
            <a:spLocks xmlns:a="http://schemas.openxmlformats.org/drawingml/2006/main" noGrp="1"/>
          </p:cNvSpPr>
          <p:nvPr/>
        </p:nvSpPr>
        <p:spPr>
          <a:xfrm xmlns:a="http://schemas.openxmlformats.org/drawingml/2006/main">
            <a:off x="9342293"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5EDD4A-9893-4008-9BC7-BA37ECC436E0}"/>
              </a:ext>
            </a:extLst>
          </p:cNvPr>
          <p:cNvSpPr>
            <a:spLocks xmlns:a="http://schemas.openxmlformats.org/drawingml/2006/main" noGrp="1"/>
          </p:cNvSpPr>
          <p:nvPr/>
        </p:nvSpPr>
        <p:spPr>
          <a:xfrm xmlns:a="http://schemas.openxmlformats.org/drawingml/2006/main">
            <a:off x="9438986"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2F2995E-4C1B-48BA-8FD4-C7FC27D6F4FE}"/>
              </a:ext>
            </a:extLst>
          </p:cNvPr>
          <p:cNvSpPr>
            <a:spLocks xmlns:a="http://schemas.openxmlformats.org/drawingml/2006/main" noGrp="1"/>
          </p:cNvSpPr>
          <p:nvPr/>
        </p:nvSpPr>
        <p:spPr>
          <a:xfrm xmlns:a="http://schemas.openxmlformats.org/drawingml/2006/main">
            <a:off x="10019145"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1EC508A-CE8C-40C0-BFB3-A6515F384D6B}"/>
              </a:ext>
            </a:extLst>
          </p:cNvPr>
          <p:cNvSpPr>
            <a:spLocks xmlns:a="http://schemas.openxmlformats.org/drawingml/2006/main" noGrp="1"/>
          </p:cNvSpPr>
          <p:nvPr/>
        </p:nvSpPr>
        <p:spPr>
          <a:xfrm xmlns:a="http://schemas.openxmlformats.org/drawingml/2006/main">
            <a:off x="10115839"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8BC5C76-340D-4718-944A-158620B832BE}"/>
              </a:ext>
            </a:extLst>
          </p:cNvPr>
          <p:cNvSpPr>
            <a:spLocks xmlns:a="http://schemas.openxmlformats.org/drawingml/2006/main" noGrp="1"/>
          </p:cNvSpPr>
          <p:nvPr/>
        </p:nvSpPr>
        <p:spPr>
          <a:xfrm xmlns:a="http://schemas.openxmlformats.org/drawingml/2006/main">
            <a:off x="10695998"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4D9DB6D-042C-4CC0-B36B-85E1D81E17A3}"/>
              </a:ext>
            </a:extLst>
          </p:cNvPr>
          <p:cNvSpPr>
            <a:spLocks xmlns:a="http://schemas.openxmlformats.org/drawingml/2006/main" noGrp="1"/>
          </p:cNvSpPr>
          <p:nvPr/>
        </p:nvSpPr>
        <p:spPr>
          <a:xfrm xmlns:a="http://schemas.openxmlformats.org/drawingml/2006/main">
            <a:off x="10792691"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75696D5-B73B-40A9-870F-05379B2F6877}"/>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A20C623-7515-4BF5-90ED-5E52FD574528}"/>
              </a:ext>
            </a:extLst>
          </p:cNvPr>
          <p:cNvSpPr>
            <a:spLocks xmlns:a="http://schemas.openxmlformats.org/drawingml/2006/main" noGrp="1"/>
          </p:cNvSpPr>
          <p:nvPr/>
        </p:nvSpPr>
        <p:spPr>
          <a:xfrm xmlns:a="http://schemas.openxmlformats.org/drawingml/2006/main">
            <a:off x="885882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E27830F-C2AA-4A48-A256-74AC8B55803B}"/>
              </a:ext>
            </a:extLst>
          </p:cNvPr>
          <p:cNvSpPr>
            <a:spLocks xmlns:a="http://schemas.openxmlformats.org/drawingml/2006/main" noGrp="1"/>
          </p:cNvSpPr>
          <p:nvPr/>
        </p:nvSpPr>
        <p:spPr>
          <a:xfrm xmlns:a="http://schemas.openxmlformats.org/drawingml/2006/main">
            <a:off x="9535680"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19AE77B-6293-46B4-AA23-EC51F7D5E2AA}"/>
              </a:ext>
            </a:extLst>
          </p:cNvPr>
          <p:cNvSpPr>
            <a:spLocks xmlns:a="http://schemas.openxmlformats.org/drawingml/2006/main" noGrp="1"/>
          </p:cNvSpPr>
          <p:nvPr/>
        </p:nvSpPr>
        <p:spPr>
          <a:xfrm xmlns:a="http://schemas.openxmlformats.org/drawingml/2006/main">
            <a:off x="10212532"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3E40279-EFD6-4EDC-9DE4-35AE5688368A}"/>
              </a:ext>
            </a:extLst>
          </p:cNvPr>
          <p:cNvSpPr>
            <a:spLocks xmlns:a="http://schemas.openxmlformats.org/drawingml/2006/main" noGrp="1"/>
          </p:cNvSpPr>
          <p:nvPr/>
        </p:nvSpPr>
        <p:spPr>
          <a:xfrm xmlns:a="http://schemas.openxmlformats.org/drawingml/2006/main">
            <a:off x="10889384"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695F109-FDDD-4778-8B04-E5C2C14BAFA2}"/>
              </a:ext>
            </a:extLst>
          </p:cNvPr>
          <p:cNvSpPr>
            <a:spLocks xmlns:a="http://schemas.openxmlformats.org/drawingml/2006/main" noGrp="1"/>
          </p:cNvSpPr>
          <p:nvPr/>
        </p:nvSpPr>
        <p:spPr>
          <a:xfrm xmlns:a="http://schemas.openxmlformats.org/drawingml/2006/main">
            <a:off x="8858827" y="2895600"/>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901B620-A209-436A-B4C7-793D1070F6BA}"/>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E04BABC-33BA-4CC4-813A-8A7BAD4FB189}"/>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CAA2EC4-C16A-4C6A-8832-D412CF4990BB}"/>
              </a:ext>
            </a:extLst>
          </p:cNvPr>
          <p:cNvSpPr>
            <a:spLocks xmlns:a="http://schemas.openxmlformats.org/drawingml/2006/main" noGrp="1"/>
          </p:cNvSpPr>
          <p:nvPr/>
        </p:nvSpPr>
        <p:spPr>
          <a:xfrm xmlns:a="http://schemas.openxmlformats.org/drawingml/2006/main">
            <a:off x="8665441"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705E17B-9B3A-4A96-B93A-FAAF894F5968}"/>
              </a:ext>
            </a:extLst>
          </p:cNvPr>
          <p:cNvSpPr>
            <a:spLocks xmlns:a="http://schemas.openxmlformats.org/drawingml/2006/main" noGrp="1"/>
          </p:cNvSpPr>
          <p:nvPr/>
        </p:nvSpPr>
        <p:spPr>
          <a:xfrm xmlns:a="http://schemas.openxmlformats.org/drawingml/2006/main">
            <a:off x="8762134"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BBF3EB1-E6B6-4945-AEB0-AD087DC6A79B}"/>
              </a:ext>
            </a:extLst>
          </p:cNvPr>
          <p:cNvSpPr>
            <a:spLocks xmlns:a="http://schemas.openxmlformats.org/drawingml/2006/main" noGrp="1"/>
          </p:cNvSpPr>
          <p:nvPr/>
        </p:nvSpPr>
        <p:spPr>
          <a:xfrm xmlns:a="http://schemas.openxmlformats.org/drawingml/2006/main">
            <a:off x="9342293"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89C1897-8DEF-4F5B-AD53-8DF5BF590EFB}"/>
              </a:ext>
            </a:extLst>
          </p:cNvPr>
          <p:cNvSpPr>
            <a:spLocks xmlns:a="http://schemas.openxmlformats.org/drawingml/2006/main" noGrp="1"/>
          </p:cNvSpPr>
          <p:nvPr/>
        </p:nvSpPr>
        <p:spPr>
          <a:xfrm xmlns:a="http://schemas.openxmlformats.org/drawingml/2006/main">
            <a:off x="9438986"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58021C2-5F97-4F4D-B9F2-3F917934F626}"/>
              </a:ext>
            </a:extLst>
          </p:cNvPr>
          <p:cNvSpPr>
            <a:spLocks xmlns:a="http://schemas.openxmlformats.org/drawingml/2006/main" noGrp="1"/>
          </p:cNvSpPr>
          <p:nvPr/>
        </p:nvSpPr>
        <p:spPr>
          <a:xfrm xmlns:a="http://schemas.openxmlformats.org/drawingml/2006/main">
            <a:off x="10019145"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AC8862D-6AC1-4DAB-966B-D2B668991585}"/>
              </a:ext>
            </a:extLst>
          </p:cNvPr>
          <p:cNvSpPr>
            <a:spLocks xmlns:a="http://schemas.openxmlformats.org/drawingml/2006/main" noGrp="1"/>
          </p:cNvSpPr>
          <p:nvPr/>
        </p:nvSpPr>
        <p:spPr>
          <a:xfrm xmlns:a="http://schemas.openxmlformats.org/drawingml/2006/main">
            <a:off x="10115839"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625482E-B208-49BE-9DB7-BE1C5F12DAB5}"/>
              </a:ext>
            </a:extLst>
          </p:cNvPr>
          <p:cNvSpPr>
            <a:spLocks xmlns:a="http://schemas.openxmlformats.org/drawingml/2006/main" noGrp="1"/>
          </p:cNvSpPr>
          <p:nvPr/>
        </p:nvSpPr>
        <p:spPr>
          <a:xfrm xmlns:a="http://schemas.openxmlformats.org/drawingml/2006/main">
            <a:off x="10695998"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45E50CC-9230-494F-84C8-CCB7BBC2B07F}"/>
              </a:ext>
            </a:extLst>
          </p:cNvPr>
          <p:cNvSpPr>
            <a:spLocks xmlns:a="http://schemas.openxmlformats.org/drawingml/2006/main" noGrp="1"/>
          </p:cNvSpPr>
          <p:nvPr/>
        </p:nvSpPr>
        <p:spPr>
          <a:xfrm xmlns:a="http://schemas.openxmlformats.org/drawingml/2006/main">
            <a:off x="10792691"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55A462F-7246-4059-96AE-43C5B2BF29A1}"/>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2D8EB87-D99E-466D-A81E-9F058A2C7F41}"/>
              </a:ext>
            </a:extLst>
          </p:cNvPr>
          <p:cNvSpPr>
            <a:spLocks xmlns:a="http://schemas.openxmlformats.org/drawingml/2006/main" noGrp="1"/>
          </p:cNvSpPr>
          <p:nvPr/>
        </p:nvSpPr>
        <p:spPr>
          <a:xfrm xmlns:a="http://schemas.openxmlformats.org/drawingml/2006/main">
            <a:off x="885882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C15CA21-3262-4683-B681-DE5D053EEA5B}"/>
              </a:ext>
            </a:extLst>
          </p:cNvPr>
          <p:cNvSpPr>
            <a:spLocks xmlns:a="http://schemas.openxmlformats.org/drawingml/2006/main" noGrp="1"/>
          </p:cNvSpPr>
          <p:nvPr/>
        </p:nvSpPr>
        <p:spPr>
          <a:xfrm xmlns:a="http://schemas.openxmlformats.org/drawingml/2006/main">
            <a:off x="9535680"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1CD7BA19-62C8-4B67-9602-50F676605959}"/>
              </a:ext>
            </a:extLst>
          </p:cNvPr>
          <p:cNvSpPr>
            <a:spLocks xmlns:a="http://schemas.openxmlformats.org/drawingml/2006/main" noGrp="1"/>
          </p:cNvSpPr>
          <p:nvPr/>
        </p:nvSpPr>
        <p:spPr>
          <a:xfrm xmlns:a="http://schemas.openxmlformats.org/drawingml/2006/main">
            <a:off x="10212532"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759647E-C64B-4FFF-924D-553B773F2316}"/>
              </a:ext>
            </a:extLst>
          </p:cNvPr>
          <p:cNvSpPr>
            <a:spLocks xmlns:a="http://schemas.openxmlformats.org/drawingml/2006/main" noGrp="1"/>
          </p:cNvSpPr>
          <p:nvPr/>
        </p:nvSpPr>
        <p:spPr>
          <a:xfrm xmlns:a="http://schemas.openxmlformats.org/drawingml/2006/main">
            <a:off x="10889384"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2F70B86-F20A-4B22-AC45-6EC021874B2C}"/>
              </a:ext>
            </a:extLst>
          </p:cNvPr>
          <p:cNvSpPr>
            <a:spLocks xmlns:a="http://schemas.openxmlformats.org/drawingml/2006/main" noGrp="1"/>
          </p:cNvSpPr>
          <p:nvPr/>
        </p:nvSpPr>
        <p:spPr>
          <a:xfrm xmlns:a="http://schemas.openxmlformats.org/drawingml/2006/main">
            <a:off x="9535680" y="3438525"/>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A2DD42C-8D93-402C-9009-B86427E641E3}"/>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5A17862-AB87-41E8-969E-E6C6530E4234}"/>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91A14C22-4E9D-4325-97FE-D425739FDF7C}"/>
              </a:ext>
            </a:extLst>
          </p:cNvPr>
          <p:cNvSpPr>
            <a:spLocks xmlns:a="http://schemas.openxmlformats.org/drawingml/2006/main" noGrp="1"/>
          </p:cNvSpPr>
          <p:nvPr/>
        </p:nvSpPr>
        <p:spPr>
          <a:xfrm xmlns:a="http://schemas.openxmlformats.org/drawingml/2006/main">
            <a:off x="8665441"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64518E8E-ECB1-4169-B1EF-554353327632}"/>
              </a:ext>
            </a:extLst>
          </p:cNvPr>
          <p:cNvSpPr>
            <a:spLocks xmlns:a="http://schemas.openxmlformats.org/drawingml/2006/main" noGrp="1"/>
          </p:cNvSpPr>
          <p:nvPr/>
        </p:nvSpPr>
        <p:spPr>
          <a:xfrm xmlns:a="http://schemas.openxmlformats.org/drawingml/2006/main">
            <a:off x="8762134"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9C86E63-27A3-4E37-9A20-FDE5DB80BA35}"/>
              </a:ext>
            </a:extLst>
          </p:cNvPr>
          <p:cNvSpPr>
            <a:spLocks xmlns:a="http://schemas.openxmlformats.org/drawingml/2006/main" noGrp="1"/>
          </p:cNvSpPr>
          <p:nvPr/>
        </p:nvSpPr>
        <p:spPr>
          <a:xfrm xmlns:a="http://schemas.openxmlformats.org/drawingml/2006/main">
            <a:off x="9342293"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25D53D66-60BD-4009-9DE5-088E56314213}"/>
              </a:ext>
            </a:extLst>
          </p:cNvPr>
          <p:cNvSpPr>
            <a:spLocks xmlns:a="http://schemas.openxmlformats.org/drawingml/2006/main" noGrp="1"/>
          </p:cNvSpPr>
          <p:nvPr/>
        </p:nvSpPr>
        <p:spPr>
          <a:xfrm xmlns:a="http://schemas.openxmlformats.org/drawingml/2006/main">
            <a:off x="9438986"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E2D0952D-D404-4307-A39B-2420B52128E8}"/>
              </a:ext>
            </a:extLst>
          </p:cNvPr>
          <p:cNvSpPr>
            <a:spLocks xmlns:a="http://schemas.openxmlformats.org/drawingml/2006/main" noGrp="1"/>
          </p:cNvSpPr>
          <p:nvPr/>
        </p:nvSpPr>
        <p:spPr>
          <a:xfrm xmlns:a="http://schemas.openxmlformats.org/drawingml/2006/main">
            <a:off x="10019145"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BAFEB130-7E93-469A-A060-4FA17B00A819}"/>
              </a:ext>
            </a:extLst>
          </p:cNvPr>
          <p:cNvSpPr>
            <a:spLocks xmlns:a="http://schemas.openxmlformats.org/drawingml/2006/main" noGrp="1"/>
          </p:cNvSpPr>
          <p:nvPr/>
        </p:nvSpPr>
        <p:spPr>
          <a:xfrm xmlns:a="http://schemas.openxmlformats.org/drawingml/2006/main">
            <a:off x="10115839"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4C76B5B1-2FCF-4698-9128-1B6D7E622D04}"/>
              </a:ext>
            </a:extLst>
          </p:cNvPr>
          <p:cNvSpPr>
            <a:spLocks xmlns:a="http://schemas.openxmlformats.org/drawingml/2006/main" noGrp="1"/>
          </p:cNvSpPr>
          <p:nvPr/>
        </p:nvSpPr>
        <p:spPr>
          <a:xfrm xmlns:a="http://schemas.openxmlformats.org/drawingml/2006/main">
            <a:off x="10695998"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05F7A5C-A092-4F35-B546-48E620A32BE3}"/>
              </a:ext>
            </a:extLst>
          </p:cNvPr>
          <p:cNvSpPr>
            <a:spLocks xmlns:a="http://schemas.openxmlformats.org/drawingml/2006/main" noGrp="1"/>
          </p:cNvSpPr>
          <p:nvPr/>
        </p:nvSpPr>
        <p:spPr>
          <a:xfrm xmlns:a="http://schemas.openxmlformats.org/drawingml/2006/main">
            <a:off x="10792691"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3F84B476-1E0E-4385-A14E-72864033AE19}"/>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9EE46D90-E6E1-4D36-9C84-B8E45066FFF8}"/>
              </a:ext>
            </a:extLst>
          </p:cNvPr>
          <p:cNvSpPr>
            <a:spLocks xmlns:a="http://schemas.openxmlformats.org/drawingml/2006/main" noGrp="1"/>
          </p:cNvSpPr>
          <p:nvPr/>
        </p:nvSpPr>
        <p:spPr>
          <a:xfrm xmlns:a="http://schemas.openxmlformats.org/drawingml/2006/main">
            <a:off x="885882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336AEA08-F43A-4923-AEC9-A28ECDFD9026}"/>
              </a:ext>
            </a:extLst>
          </p:cNvPr>
          <p:cNvSpPr>
            <a:spLocks xmlns:a="http://schemas.openxmlformats.org/drawingml/2006/main" noGrp="1"/>
          </p:cNvSpPr>
          <p:nvPr/>
        </p:nvSpPr>
        <p:spPr>
          <a:xfrm xmlns:a="http://schemas.openxmlformats.org/drawingml/2006/main">
            <a:off x="9535680"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25DAB6A2-7C1B-4C41-93F2-9F575B6E91CF}"/>
              </a:ext>
            </a:extLst>
          </p:cNvPr>
          <p:cNvSpPr>
            <a:spLocks xmlns:a="http://schemas.openxmlformats.org/drawingml/2006/main" noGrp="1"/>
          </p:cNvSpPr>
          <p:nvPr/>
        </p:nvSpPr>
        <p:spPr>
          <a:xfrm xmlns:a="http://schemas.openxmlformats.org/drawingml/2006/main">
            <a:off x="10212532"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CB0FCA86-C294-44CF-88D8-A665C7982FE2}"/>
              </a:ext>
            </a:extLst>
          </p:cNvPr>
          <p:cNvSpPr>
            <a:spLocks xmlns:a="http://schemas.openxmlformats.org/drawingml/2006/main" noGrp="1"/>
          </p:cNvSpPr>
          <p:nvPr/>
        </p:nvSpPr>
        <p:spPr>
          <a:xfrm xmlns:a="http://schemas.openxmlformats.org/drawingml/2006/main">
            <a:off x="10889384"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29ECAD09-07BC-4A0C-BBC8-266B0B6B3194}"/>
              </a:ext>
            </a:extLst>
          </p:cNvPr>
          <p:cNvSpPr>
            <a:spLocks xmlns:a="http://schemas.openxmlformats.org/drawingml/2006/main" noGrp="1"/>
          </p:cNvSpPr>
          <p:nvPr/>
        </p:nvSpPr>
        <p:spPr>
          <a:xfrm xmlns:a="http://schemas.openxmlformats.org/drawingml/2006/main">
            <a:off x="10212532" y="3981450"/>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CE3B9C08-D1A0-439B-B30D-457F0D589976}"/>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A2C5829-B8FC-41C2-8D7D-A7E62C5363E4}"/>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F7481866-5863-45F0-AE38-B8D369CE5F8A}"/>
              </a:ext>
            </a:extLst>
          </p:cNvPr>
          <p:cNvSpPr>
            <a:spLocks xmlns:a="http://schemas.openxmlformats.org/drawingml/2006/main" noGrp="1"/>
          </p:cNvSpPr>
          <p:nvPr/>
        </p:nvSpPr>
        <p:spPr>
          <a:xfrm xmlns:a="http://schemas.openxmlformats.org/drawingml/2006/main">
            <a:off x="8665441"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B8CD5B9A-5368-45EE-8F3B-95A140E14982}"/>
              </a:ext>
            </a:extLst>
          </p:cNvPr>
          <p:cNvSpPr>
            <a:spLocks xmlns:a="http://schemas.openxmlformats.org/drawingml/2006/main" noGrp="1"/>
          </p:cNvSpPr>
          <p:nvPr/>
        </p:nvSpPr>
        <p:spPr>
          <a:xfrm xmlns:a="http://schemas.openxmlformats.org/drawingml/2006/main">
            <a:off x="8762134"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85C3877A-4742-43F3-BB9D-F076BB59C0C8}"/>
              </a:ext>
            </a:extLst>
          </p:cNvPr>
          <p:cNvSpPr>
            <a:spLocks xmlns:a="http://schemas.openxmlformats.org/drawingml/2006/main" noGrp="1"/>
          </p:cNvSpPr>
          <p:nvPr/>
        </p:nvSpPr>
        <p:spPr>
          <a:xfrm xmlns:a="http://schemas.openxmlformats.org/drawingml/2006/main">
            <a:off x="9342293"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08A67E5A-6FA5-4834-A092-B9A0EBF0786E}"/>
              </a:ext>
            </a:extLst>
          </p:cNvPr>
          <p:cNvSpPr>
            <a:spLocks xmlns:a="http://schemas.openxmlformats.org/drawingml/2006/main" noGrp="1"/>
          </p:cNvSpPr>
          <p:nvPr/>
        </p:nvSpPr>
        <p:spPr>
          <a:xfrm xmlns:a="http://schemas.openxmlformats.org/drawingml/2006/main">
            <a:off x="9438986"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531D18D-FAC0-4EB4-B620-638ACC3932FB}"/>
              </a:ext>
            </a:extLst>
          </p:cNvPr>
          <p:cNvSpPr>
            <a:spLocks xmlns:a="http://schemas.openxmlformats.org/drawingml/2006/main" noGrp="1"/>
          </p:cNvSpPr>
          <p:nvPr/>
        </p:nvSpPr>
        <p:spPr>
          <a:xfrm xmlns:a="http://schemas.openxmlformats.org/drawingml/2006/main">
            <a:off x="10019145"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ABEB84F0-5D73-4206-861B-B7AA63FBCFF3}"/>
              </a:ext>
            </a:extLst>
          </p:cNvPr>
          <p:cNvSpPr>
            <a:spLocks xmlns:a="http://schemas.openxmlformats.org/drawingml/2006/main" noGrp="1"/>
          </p:cNvSpPr>
          <p:nvPr/>
        </p:nvSpPr>
        <p:spPr>
          <a:xfrm xmlns:a="http://schemas.openxmlformats.org/drawingml/2006/main">
            <a:off x="10115839"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BDB2A328-521D-4CDC-9BDE-56E3156B33E8}"/>
              </a:ext>
            </a:extLst>
          </p:cNvPr>
          <p:cNvSpPr>
            <a:spLocks xmlns:a="http://schemas.openxmlformats.org/drawingml/2006/main" noGrp="1"/>
          </p:cNvSpPr>
          <p:nvPr/>
        </p:nvSpPr>
        <p:spPr>
          <a:xfrm xmlns:a="http://schemas.openxmlformats.org/drawingml/2006/main">
            <a:off x="10695998"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061A1DBA-6F1F-43C9-8AC6-40BB5C19CAF0}"/>
              </a:ext>
            </a:extLst>
          </p:cNvPr>
          <p:cNvSpPr>
            <a:spLocks xmlns:a="http://schemas.openxmlformats.org/drawingml/2006/main" noGrp="1"/>
          </p:cNvSpPr>
          <p:nvPr/>
        </p:nvSpPr>
        <p:spPr>
          <a:xfrm xmlns:a="http://schemas.openxmlformats.org/drawingml/2006/main">
            <a:off x="10792691"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F48DBCA8-E9B2-44D7-B4A7-FD44BB86FEA8}"/>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D880A253-88F6-41E7-9136-25BB6FF642A8}"/>
              </a:ext>
            </a:extLst>
          </p:cNvPr>
          <p:cNvSpPr>
            <a:spLocks xmlns:a="http://schemas.openxmlformats.org/drawingml/2006/main" noGrp="1"/>
          </p:cNvSpPr>
          <p:nvPr/>
        </p:nvSpPr>
        <p:spPr>
          <a:xfrm xmlns:a="http://schemas.openxmlformats.org/drawingml/2006/main">
            <a:off x="885882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5D325997-CDD6-4363-AB24-C7C306C7A883}"/>
              </a:ext>
            </a:extLst>
          </p:cNvPr>
          <p:cNvSpPr>
            <a:spLocks xmlns:a="http://schemas.openxmlformats.org/drawingml/2006/main" noGrp="1"/>
          </p:cNvSpPr>
          <p:nvPr/>
        </p:nvSpPr>
        <p:spPr>
          <a:xfrm xmlns:a="http://schemas.openxmlformats.org/drawingml/2006/main">
            <a:off x="9535680"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74A2653B-FD5C-4DF4-870B-F0801AFE7B08}"/>
              </a:ext>
            </a:extLst>
          </p:cNvPr>
          <p:cNvSpPr>
            <a:spLocks xmlns:a="http://schemas.openxmlformats.org/drawingml/2006/main" noGrp="1"/>
          </p:cNvSpPr>
          <p:nvPr/>
        </p:nvSpPr>
        <p:spPr>
          <a:xfrm xmlns:a="http://schemas.openxmlformats.org/drawingml/2006/main">
            <a:off x="10212532"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CE023138-CC66-4F1D-BD78-F727C39B9453}"/>
              </a:ext>
            </a:extLst>
          </p:cNvPr>
          <p:cNvSpPr>
            <a:spLocks xmlns:a="http://schemas.openxmlformats.org/drawingml/2006/main" noGrp="1"/>
          </p:cNvSpPr>
          <p:nvPr/>
        </p:nvSpPr>
        <p:spPr>
          <a:xfrm xmlns:a="http://schemas.openxmlformats.org/drawingml/2006/main">
            <a:off x="10889384"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277D266E-52E9-4B42-A88D-9FBB79F9F4D2}"/>
              </a:ext>
            </a:extLst>
          </p:cNvPr>
          <p:cNvSpPr>
            <a:spLocks xmlns:a="http://schemas.openxmlformats.org/drawingml/2006/main" noGrp="1"/>
          </p:cNvSpPr>
          <p:nvPr/>
        </p:nvSpPr>
        <p:spPr>
          <a:xfrm xmlns:a="http://schemas.openxmlformats.org/drawingml/2006/main">
            <a:off x="10889384" y="4524375"/>
            <a:ext cx="29008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7EB81326-6025-4CEF-995E-4ACCAE228388}"/>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0E5A248B-B76B-41AE-B83E-62928CD3A2E1}"/>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E01F9245-313E-40EC-8DAA-202B269BEACF}"/>
              </a:ext>
            </a:extLst>
          </p:cNvPr>
          <p:cNvSpPr>
            <a:spLocks xmlns:a="http://schemas.openxmlformats.org/drawingml/2006/main" noGrp="1"/>
          </p:cNvSpPr>
          <p:nvPr/>
        </p:nvSpPr>
        <p:spPr>
          <a:xfrm xmlns:a="http://schemas.openxmlformats.org/drawingml/2006/main">
            <a:off x="8665441"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A0B2BDEA-1A33-492C-B3C4-76B0ECFCD960}"/>
              </a:ext>
            </a:extLst>
          </p:cNvPr>
          <p:cNvSpPr>
            <a:spLocks xmlns:a="http://schemas.openxmlformats.org/drawingml/2006/main" noGrp="1"/>
          </p:cNvSpPr>
          <p:nvPr/>
        </p:nvSpPr>
        <p:spPr>
          <a:xfrm xmlns:a="http://schemas.openxmlformats.org/drawingml/2006/main">
            <a:off x="8762134"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976C88CA-548F-49AC-829E-7E71B2AE01CC}"/>
              </a:ext>
            </a:extLst>
          </p:cNvPr>
          <p:cNvSpPr>
            <a:spLocks xmlns:a="http://schemas.openxmlformats.org/drawingml/2006/main" noGrp="1"/>
          </p:cNvSpPr>
          <p:nvPr/>
        </p:nvSpPr>
        <p:spPr>
          <a:xfrm xmlns:a="http://schemas.openxmlformats.org/drawingml/2006/main">
            <a:off x="9342293"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B3B99A53-2CCA-4314-8A2A-740C4967EE24}"/>
              </a:ext>
            </a:extLst>
          </p:cNvPr>
          <p:cNvSpPr>
            <a:spLocks xmlns:a="http://schemas.openxmlformats.org/drawingml/2006/main" noGrp="1"/>
          </p:cNvSpPr>
          <p:nvPr/>
        </p:nvSpPr>
        <p:spPr>
          <a:xfrm xmlns:a="http://schemas.openxmlformats.org/drawingml/2006/main">
            <a:off x="9438986"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804FF413-B5B5-41AE-B10D-3C039A2B1EBF}"/>
              </a:ext>
            </a:extLst>
          </p:cNvPr>
          <p:cNvSpPr>
            <a:spLocks xmlns:a="http://schemas.openxmlformats.org/drawingml/2006/main" noGrp="1"/>
          </p:cNvSpPr>
          <p:nvPr/>
        </p:nvSpPr>
        <p:spPr>
          <a:xfrm xmlns:a="http://schemas.openxmlformats.org/drawingml/2006/main">
            <a:off x="10019145"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EE2ABA8D-65D5-4676-8F93-A3634BDA8248}"/>
              </a:ext>
            </a:extLst>
          </p:cNvPr>
          <p:cNvSpPr>
            <a:spLocks xmlns:a="http://schemas.openxmlformats.org/drawingml/2006/main" noGrp="1"/>
          </p:cNvSpPr>
          <p:nvPr/>
        </p:nvSpPr>
        <p:spPr>
          <a:xfrm xmlns:a="http://schemas.openxmlformats.org/drawingml/2006/main">
            <a:off x="10115839"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51EC7735-30FB-489D-98A5-EF33351E8759}"/>
              </a:ext>
            </a:extLst>
          </p:cNvPr>
          <p:cNvSpPr>
            <a:spLocks xmlns:a="http://schemas.openxmlformats.org/drawingml/2006/main" noGrp="1"/>
          </p:cNvSpPr>
          <p:nvPr/>
        </p:nvSpPr>
        <p:spPr>
          <a:xfrm xmlns:a="http://schemas.openxmlformats.org/drawingml/2006/main">
            <a:off x="10695998"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98BF0462-7C03-4075-A031-2FC5E958FBD2}"/>
              </a:ext>
            </a:extLst>
          </p:cNvPr>
          <p:cNvSpPr>
            <a:spLocks xmlns:a="http://schemas.openxmlformats.org/drawingml/2006/main" noGrp="1"/>
          </p:cNvSpPr>
          <p:nvPr/>
        </p:nvSpPr>
        <p:spPr>
          <a:xfrm xmlns:a="http://schemas.openxmlformats.org/drawingml/2006/main">
            <a:off x="10792691"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9575A0F4-FC4F-4267-BD65-5CA793BE2A99}"/>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F0CE5F62-B3B2-4BF8-9777-2C8ECEC80634}"/>
              </a:ext>
            </a:extLst>
          </p:cNvPr>
          <p:cNvSpPr>
            <a:spLocks xmlns:a="http://schemas.openxmlformats.org/drawingml/2006/main" noGrp="1"/>
          </p:cNvSpPr>
          <p:nvPr/>
        </p:nvSpPr>
        <p:spPr>
          <a:xfrm xmlns:a="http://schemas.openxmlformats.org/drawingml/2006/main">
            <a:off x="885882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EACC4436-0E66-4A10-B8D5-309B7D76FB1E}"/>
              </a:ext>
            </a:extLst>
          </p:cNvPr>
          <p:cNvSpPr>
            <a:spLocks xmlns:a="http://schemas.openxmlformats.org/drawingml/2006/main" noGrp="1"/>
          </p:cNvSpPr>
          <p:nvPr/>
        </p:nvSpPr>
        <p:spPr>
          <a:xfrm xmlns:a="http://schemas.openxmlformats.org/drawingml/2006/main">
            <a:off x="9535680"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DF4ADD78-93DE-4881-A0A8-CDA932EE55B6}"/>
              </a:ext>
            </a:extLst>
          </p:cNvPr>
          <p:cNvSpPr>
            <a:spLocks xmlns:a="http://schemas.openxmlformats.org/drawingml/2006/main" noGrp="1"/>
          </p:cNvSpPr>
          <p:nvPr/>
        </p:nvSpPr>
        <p:spPr>
          <a:xfrm xmlns:a="http://schemas.openxmlformats.org/drawingml/2006/main">
            <a:off x="10212532"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484A9AC2-46E7-47CB-9B59-5358F167B03C}"/>
              </a:ext>
            </a:extLst>
          </p:cNvPr>
          <p:cNvSpPr>
            <a:spLocks xmlns:a="http://schemas.openxmlformats.org/drawingml/2006/main" noGrp="1"/>
          </p:cNvSpPr>
          <p:nvPr/>
        </p:nvSpPr>
        <p:spPr>
          <a:xfrm xmlns:a="http://schemas.openxmlformats.org/drawingml/2006/main">
            <a:off x="10889384"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F93D609F-ABDE-4B19-9387-D154C988BB34}"/>
              </a:ext>
            </a:extLst>
          </p:cNvPr>
          <p:cNvSpPr>
            <a:spLocks xmlns:a="http://schemas.openxmlformats.org/drawingml/2006/main" noGrp="1"/>
          </p:cNvSpPr>
          <p:nvPr/>
        </p:nvSpPr>
        <p:spPr>
          <a:xfrm xmlns:a="http://schemas.openxmlformats.org/drawingml/2006/main">
            <a:off x="11179464" y="5067300"/>
            <a:ext cx="19338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424E7D7C-79EB-441B-B6A3-222F527F4FED}"/>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6" name="Duraciones según el XML: jornada de 8 h. Barr">
            <a:extLst xmlns:a="http://schemas.openxmlformats.org/drawingml/2006/main">
              <a:ext uri="{FF2B5EF4-FFF2-40B4-BE49-F238E27FC236}">
                <a16:creationId xmlns:a16="http://schemas.microsoft.com/office/drawing/2014/main" id="{8420FEE4-006F-4DFE-8590-1ACF0988959D}"/>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107" name="Cronograma XML 2026">
            <a:extLst xmlns:a="http://schemas.openxmlformats.org/drawingml/2006/main">
              <a:ext uri="{FF2B5EF4-FFF2-40B4-BE49-F238E27FC236}">
                <a16:creationId xmlns:a16="http://schemas.microsoft.com/office/drawing/2014/main" id="{93BF3685-7C96-48B2-8420-F9D2CE454E8B}"/>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108" name="14 / 20">
            <a:extLst xmlns:a="http://schemas.openxmlformats.org/drawingml/2006/main">
              <a:ext uri="{FF2B5EF4-FFF2-40B4-BE49-F238E27FC236}">
                <a16:creationId xmlns:a16="http://schemas.microsoft.com/office/drawing/2014/main" id="{D5C090EF-9194-4661-A1DE-B698E69D523F}"/>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14 / 20</a:t>
            </a:r>
          </a:p>
        </p:txBody>
      </p:sp>
    </p:spTree>
    <p:extLst>
      <p:ext uri="{BB962C8B-B14F-4D97-AF65-F5344CB8AC3E}">
        <p14:creationId xmlns:p14="http://schemas.microsoft.com/office/powerpoint/2010/main" val="1032312304"/>
      </p:ext>
    </p:extLst>
  </p:cSld>
</p:sld>
</file>

<file path=ppt/slides/slide1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09" name="2. Gestión y control de pedidos">
            <a:extLst xmlns:a="http://schemas.openxmlformats.org/drawingml/2006/main">
              <a:ext uri="{FF2B5EF4-FFF2-40B4-BE49-F238E27FC236}">
                <a16:creationId xmlns:a16="http://schemas.microsoft.com/office/drawing/2014/main" id="{153EAF6C-14C1-45EB-BEE4-9E7DE2D9A110}"/>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2. Gestión y control de pedidos</a:t>
            </a:r>
          </a:p>
        </p:txBody>
      </p:sp>
      <p:sp>
        <p:nvSpPr>
          <p:cNvPr id="2" name="20/04 al 22/05 de 2026  ·  25 días laborables">
            <a:extLst xmlns:a="http://schemas.openxmlformats.org/drawingml/2006/main">
              <a:ext uri="{FF2B5EF4-FFF2-40B4-BE49-F238E27FC236}">
                <a16:creationId xmlns:a16="http://schemas.microsoft.com/office/drawing/2014/main" id="{F26E674D-6836-4573-89EF-A0A2BA8A8979}"/>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20/04 al 22/05 de 2026  ·  25 días laborables</a:t>
            </a:r>
          </a:p>
        </p:txBody>
      </p:sp>
      <p:graphicFrame>
        <p:nvGraphicFramePr>
          <p:cNvPr id="3" name="">
            <a:extLst xmlns:a="http://schemas.openxmlformats.org/drawingml/2006/main">
              <a:ext uri="{FF2B5EF4-FFF2-40B4-BE49-F238E27FC236}">
                <a16:creationId xmlns:a16="http://schemas.microsoft.com/office/drawing/2014/main" id="{04921F0D-A7F3-444A-B050-09C180705277}"/>
              </a:ext>
            </a:extLst>
          </p:cNvPr>
          <p:cNvGraphicFramePr/>
          <p:nvPr/>
        </p:nvGraphicFramePr>
        <p:xfrm>
          <a:off xmlns:a="http://schemas.openxmlformats.org/drawingml/2006/main" x="809625" y="1781175"/>
          <a:ext xmlns:a="http://schemas.openxmlformats.org/drawingml/2006/main" cx="7105650" cy="3657600"/>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9</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requerimientos del proceso de pedidos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20/04/26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24/04/26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10</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tablas y relaciones para pedidos y detalle de pedidos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27/04/26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30/04/26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del registro de pedidos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6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01/05/26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08/05/26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12</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del flujo de estados del pedido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11/05/26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14/05/26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13</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asignación de responsable, historial y observaciones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15/05/26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19/05/26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14</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20/05/26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22/05/26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1DE272E-2708-4B45-A253-B0C42F899269}"/>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20/04">
            <a:extLst xmlns:a="http://schemas.openxmlformats.org/drawingml/2006/main">
              <a:ext uri="{FF2B5EF4-FFF2-40B4-BE49-F238E27FC236}">
                <a16:creationId xmlns:a16="http://schemas.microsoft.com/office/drawing/2014/main" id="{1FDA8333-F8EE-48F9-A308-D20FE1631671}"/>
              </a:ext>
            </a:extLst>
          </p:cNvPr>
          <p:cNvSpPr>
            <a:spLocks xmlns:a="http://schemas.openxmlformats.org/drawingml/2006/main" noGrp="1"/>
          </p:cNvSpPr>
          <p:nvPr/>
        </p:nvSpPr>
        <p:spPr>
          <a:xfrm xmlns:a="http://schemas.openxmlformats.org/drawingml/2006/main">
            <a:off x="8191500"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20/04</a:t>
            </a:r>
          </a:p>
        </p:txBody>
      </p:sp>
      <p:sp>
        <p:nvSpPr>
          <p:cNvPr id="6" name="27/04">
            <a:extLst xmlns:a="http://schemas.openxmlformats.org/drawingml/2006/main">
              <a:ext uri="{FF2B5EF4-FFF2-40B4-BE49-F238E27FC236}">
                <a16:creationId xmlns:a16="http://schemas.microsoft.com/office/drawing/2014/main" id="{B5042276-E654-4D52-8270-C6A79899794F}"/>
              </a:ext>
            </a:extLst>
          </p:cNvPr>
          <p:cNvSpPr>
            <a:spLocks xmlns:a="http://schemas.openxmlformats.org/drawingml/2006/main" noGrp="1"/>
          </p:cNvSpPr>
          <p:nvPr/>
        </p:nvSpPr>
        <p:spPr>
          <a:xfrm xmlns:a="http://schemas.openxmlformats.org/drawingml/2006/main">
            <a:off x="8868352"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27/04</a:t>
            </a:r>
          </a:p>
        </p:txBody>
      </p:sp>
      <p:sp>
        <p:nvSpPr>
          <p:cNvPr id="7" name="04/05">
            <a:extLst xmlns:a="http://schemas.openxmlformats.org/drawingml/2006/main">
              <a:ext uri="{FF2B5EF4-FFF2-40B4-BE49-F238E27FC236}">
                <a16:creationId xmlns:a16="http://schemas.microsoft.com/office/drawing/2014/main" id="{E092E261-B415-4A61-A9B6-67443AF46309}"/>
              </a:ext>
            </a:extLst>
          </p:cNvPr>
          <p:cNvSpPr>
            <a:spLocks xmlns:a="http://schemas.openxmlformats.org/drawingml/2006/main" noGrp="1"/>
          </p:cNvSpPr>
          <p:nvPr/>
        </p:nvSpPr>
        <p:spPr>
          <a:xfrm xmlns:a="http://schemas.openxmlformats.org/drawingml/2006/main">
            <a:off x="9545205"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04/05</a:t>
            </a:r>
          </a:p>
        </p:txBody>
      </p:sp>
      <p:sp>
        <p:nvSpPr>
          <p:cNvPr id="8" name="11/05">
            <a:extLst xmlns:a="http://schemas.openxmlformats.org/drawingml/2006/main">
              <a:ext uri="{FF2B5EF4-FFF2-40B4-BE49-F238E27FC236}">
                <a16:creationId xmlns:a16="http://schemas.microsoft.com/office/drawing/2014/main" id="{AB1FB9E7-29C9-432A-98C2-2BC43B10F9C1}"/>
              </a:ext>
            </a:extLst>
          </p:cNvPr>
          <p:cNvSpPr>
            <a:spLocks xmlns:a="http://schemas.openxmlformats.org/drawingml/2006/main" noGrp="1"/>
          </p:cNvSpPr>
          <p:nvPr/>
        </p:nvSpPr>
        <p:spPr>
          <a:xfrm xmlns:a="http://schemas.openxmlformats.org/drawingml/2006/main">
            <a:off x="10222057" y="1876425"/>
            <a:ext cx="6578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11/05</a:t>
            </a:r>
          </a:p>
        </p:txBody>
      </p:sp>
      <p:sp>
        <p:nvSpPr>
          <p:cNvPr id="9" name="18/05">
            <a:extLst xmlns:a="http://schemas.openxmlformats.org/drawingml/2006/main">
              <a:ext uri="{FF2B5EF4-FFF2-40B4-BE49-F238E27FC236}">
                <a16:creationId xmlns:a16="http://schemas.microsoft.com/office/drawing/2014/main" id="{C40B78D4-D69E-4525-8FD2-8E288D172D94}"/>
              </a:ext>
            </a:extLst>
          </p:cNvPr>
          <p:cNvSpPr>
            <a:spLocks xmlns:a="http://schemas.openxmlformats.org/drawingml/2006/main" noGrp="1"/>
          </p:cNvSpPr>
          <p:nvPr/>
        </p:nvSpPr>
        <p:spPr>
          <a:xfrm xmlns:a="http://schemas.openxmlformats.org/drawingml/2006/main">
            <a:off x="10898909" y="1876425"/>
            <a:ext cx="46441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18/05</a:t>
            </a:r>
          </a:p>
        </p:txBody>
      </p:sp>
      <p:sp>
        <p:nvSpPr>
          <p:cNvPr id="10" name="">
            <a:extLst xmlns:a="http://schemas.openxmlformats.org/drawingml/2006/main">
              <a:ext uri="{FF2B5EF4-FFF2-40B4-BE49-F238E27FC236}">
                <a16:creationId xmlns:a16="http://schemas.microsoft.com/office/drawing/2014/main" id="{7131FE76-FF35-412D-B0D5-6B284B2F7DAF}"/>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1A6394-5D7F-4EB8-8A64-E95EE38838F0}"/>
              </a:ext>
            </a:extLst>
          </p:cNvPr>
          <p:cNvSpPr>
            <a:spLocks xmlns:a="http://schemas.openxmlformats.org/drawingml/2006/main" noGrp="1"/>
          </p:cNvSpPr>
          <p:nvPr/>
        </p:nvSpPr>
        <p:spPr>
          <a:xfrm xmlns:a="http://schemas.openxmlformats.org/drawingml/2006/main">
            <a:off x="8665441"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9C5F07-20B2-4A9F-8DF3-0969A8D0A6D3}"/>
              </a:ext>
            </a:extLst>
          </p:cNvPr>
          <p:cNvSpPr>
            <a:spLocks xmlns:a="http://schemas.openxmlformats.org/drawingml/2006/main" noGrp="1"/>
          </p:cNvSpPr>
          <p:nvPr/>
        </p:nvSpPr>
        <p:spPr>
          <a:xfrm xmlns:a="http://schemas.openxmlformats.org/drawingml/2006/main">
            <a:off x="8762134"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953615B-3D33-48C6-B107-6318328AD4F3}"/>
              </a:ext>
            </a:extLst>
          </p:cNvPr>
          <p:cNvSpPr>
            <a:spLocks xmlns:a="http://schemas.openxmlformats.org/drawingml/2006/main" noGrp="1"/>
          </p:cNvSpPr>
          <p:nvPr/>
        </p:nvSpPr>
        <p:spPr>
          <a:xfrm xmlns:a="http://schemas.openxmlformats.org/drawingml/2006/main">
            <a:off x="9342293"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ACD4EF-ED1F-4453-AEA8-B299B31ED2BA}"/>
              </a:ext>
            </a:extLst>
          </p:cNvPr>
          <p:cNvSpPr>
            <a:spLocks xmlns:a="http://schemas.openxmlformats.org/drawingml/2006/main" noGrp="1"/>
          </p:cNvSpPr>
          <p:nvPr/>
        </p:nvSpPr>
        <p:spPr>
          <a:xfrm xmlns:a="http://schemas.openxmlformats.org/drawingml/2006/main">
            <a:off x="9438986"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16384A5-4810-459D-9B0D-F9C56887E09E}"/>
              </a:ext>
            </a:extLst>
          </p:cNvPr>
          <p:cNvSpPr>
            <a:spLocks xmlns:a="http://schemas.openxmlformats.org/drawingml/2006/main" noGrp="1"/>
          </p:cNvSpPr>
          <p:nvPr/>
        </p:nvSpPr>
        <p:spPr>
          <a:xfrm xmlns:a="http://schemas.openxmlformats.org/drawingml/2006/main">
            <a:off x="10019145"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1599B37-DA8A-4644-A02E-D6C36E555B1A}"/>
              </a:ext>
            </a:extLst>
          </p:cNvPr>
          <p:cNvSpPr>
            <a:spLocks xmlns:a="http://schemas.openxmlformats.org/drawingml/2006/main" noGrp="1"/>
          </p:cNvSpPr>
          <p:nvPr/>
        </p:nvSpPr>
        <p:spPr>
          <a:xfrm xmlns:a="http://schemas.openxmlformats.org/drawingml/2006/main">
            <a:off x="10115839"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B518769-8AFB-4BAC-B2D0-FFB5715E146B}"/>
              </a:ext>
            </a:extLst>
          </p:cNvPr>
          <p:cNvSpPr>
            <a:spLocks xmlns:a="http://schemas.openxmlformats.org/drawingml/2006/main" noGrp="1"/>
          </p:cNvSpPr>
          <p:nvPr/>
        </p:nvSpPr>
        <p:spPr>
          <a:xfrm xmlns:a="http://schemas.openxmlformats.org/drawingml/2006/main">
            <a:off x="10695998"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780CC6-31DB-483E-B467-C78A718B7BC5}"/>
              </a:ext>
            </a:extLst>
          </p:cNvPr>
          <p:cNvSpPr>
            <a:spLocks xmlns:a="http://schemas.openxmlformats.org/drawingml/2006/main" noGrp="1"/>
          </p:cNvSpPr>
          <p:nvPr/>
        </p:nvSpPr>
        <p:spPr>
          <a:xfrm xmlns:a="http://schemas.openxmlformats.org/drawingml/2006/main">
            <a:off x="10792691" y="21812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F64460C-4948-4F49-AA1E-170D788B38EF}"/>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9082DC-2853-457A-9C30-BDC0BE847FC8}"/>
              </a:ext>
            </a:extLst>
          </p:cNvPr>
          <p:cNvSpPr>
            <a:spLocks xmlns:a="http://schemas.openxmlformats.org/drawingml/2006/main" noGrp="1"/>
          </p:cNvSpPr>
          <p:nvPr/>
        </p:nvSpPr>
        <p:spPr>
          <a:xfrm xmlns:a="http://schemas.openxmlformats.org/drawingml/2006/main">
            <a:off x="885882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153388C-305D-43BD-8CA8-A8A7508DD67E}"/>
              </a:ext>
            </a:extLst>
          </p:cNvPr>
          <p:cNvSpPr>
            <a:spLocks xmlns:a="http://schemas.openxmlformats.org/drawingml/2006/main" noGrp="1"/>
          </p:cNvSpPr>
          <p:nvPr/>
        </p:nvSpPr>
        <p:spPr>
          <a:xfrm xmlns:a="http://schemas.openxmlformats.org/drawingml/2006/main">
            <a:off x="9535680"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0178482-FEC5-4BEC-9AAC-D4F302B2C732}"/>
              </a:ext>
            </a:extLst>
          </p:cNvPr>
          <p:cNvSpPr>
            <a:spLocks xmlns:a="http://schemas.openxmlformats.org/drawingml/2006/main" noGrp="1"/>
          </p:cNvSpPr>
          <p:nvPr/>
        </p:nvSpPr>
        <p:spPr>
          <a:xfrm xmlns:a="http://schemas.openxmlformats.org/drawingml/2006/main">
            <a:off x="10212532"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06CA151-17F1-4501-93B4-A59FC609D2A0}"/>
              </a:ext>
            </a:extLst>
          </p:cNvPr>
          <p:cNvSpPr>
            <a:spLocks xmlns:a="http://schemas.openxmlformats.org/drawingml/2006/main" noGrp="1"/>
          </p:cNvSpPr>
          <p:nvPr/>
        </p:nvSpPr>
        <p:spPr>
          <a:xfrm xmlns:a="http://schemas.openxmlformats.org/drawingml/2006/main">
            <a:off x="10889384"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645960-EC5F-4B5B-A9C0-D64AFDDC5AE5}"/>
              </a:ext>
            </a:extLst>
          </p:cNvPr>
          <p:cNvSpPr>
            <a:spLocks xmlns:a="http://schemas.openxmlformats.org/drawingml/2006/main" noGrp="1"/>
          </p:cNvSpPr>
          <p:nvPr/>
        </p:nvSpPr>
        <p:spPr>
          <a:xfrm xmlns:a="http://schemas.openxmlformats.org/drawingml/2006/main">
            <a:off x="8181975" y="2352675"/>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302863A-C5FD-43B2-9EF4-C53B0D74E202}"/>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48A5ACF-B319-40A5-852C-6464E0CC59E0}"/>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7BA0C5C-7FEE-400B-A0B3-F8FE979CD023}"/>
              </a:ext>
            </a:extLst>
          </p:cNvPr>
          <p:cNvSpPr>
            <a:spLocks xmlns:a="http://schemas.openxmlformats.org/drawingml/2006/main" noGrp="1"/>
          </p:cNvSpPr>
          <p:nvPr/>
        </p:nvSpPr>
        <p:spPr>
          <a:xfrm xmlns:a="http://schemas.openxmlformats.org/drawingml/2006/main">
            <a:off x="8665441"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8C2745-F811-4F07-B8BF-DE2D8873AF92}"/>
              </a:ext>
            </a:extLst>
          </p:cNvPr>
          <p:cNvSpPr>
            <a:spLocks xmlns:a="http://schemas.openxmlformats.org/drawingml/2006/main" noGrp="1"/>
          </p:cNvSpPr>
          <p:nvPr/>
        </p:nvSpPr>
        <p:spPr>
          <a:xfrm xmlns:a="http://schemas.openxmlformats.org/drawingml/2006/main">
            <a:off x="8762134"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DC96764-3439-41B0-849B-3B3C40B78211}"/>
              </a:ext>
            </a:extLst>
          </p:cNvPr>
          <p:cNvSpPr>
            <a:spLocks xmlns:a="http://schemas.openxmlformats.org/drawingml/2006/main" noGrp="1"/>
          </p:cNvSpPr>
          <p:nvPr/>
        </p:nvSpPr>
        <p:spPr>
          <a:xfrm xmlns:a="http://schemas.openxmlformats.org/drawingml/2006/main">
            <a:off x="9342293"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BCAA5A4-CDCA-4C7F-B830-82DFAB86231D}"/>
              </a:ext>
            </a:extLst>
          </p:cNvPr>
          <p:cNvSpPr>
            <a:spLocks xmlns:a="http://schemas.openxmlformats.org/drawingml/2006/main" noGrp="1"/>
          </p:cNvSpPr>
          <p:nvPr/>
        </p:nvSpPr>
        <p:spPr>
          <a:xfrm xmlns:a="http://schemas.openxmlformats.org/drawingml/2006/main">
            <a:off x="9438986"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0FF0F4D-6F65-4B43-B468-83F7E4FD86F3}"/>
              </a:ext>
            </a:extLst>
          </p:cNvPr>
          <p:cNvSpPr>
            <a:spLocks xmlns:a="http://schemas.openxmlformats.org/drawingml/2006/main" noGrp="1"/>
          </p:cNvSpPr>
          <p:nvPr/>
        </p:nvSpPr>
        <p:spPr>
          <a:xfrm xmlns:a="http://schemas.openxmlformats.org/drawingml/2006/main">
            <a:off x="10019145"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0B39AAB-B70E-4BC6-8F73-204E829163FF}"/>
              </a:ext>
            </a:extLst>
          </p:cNvPr>
          <p:cNvSpPr>
            <a:spLocks xmlns:a="http://schemas.openxmlformats.org/drawingml/2006/main" noGrp="1"/>
          </p:cNvSpPr>
          <p:nvPr/>
        </p:nvSpPr>
        <p:spPr>
          <a:xfrm xmlns:a="http://schemas.openxmlformats.org/drawingml/2006/main">
            <a:off x="10115839"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BD28784-4A41-47E9-B102-0F726F406254}"/>
              </a:ext>
            </a:extLst>
          </p:cNvPr>
          <p:cNvSpPr>
            <a:spLocks xmlns:a="http://schemas.openxmlformats.org/drawingml/2006/main" noGrp="1"/>
          </p:cNvSpPr>
          <p:nvPr/>
        </p:nvSpPr>
        <p:spPr>
          <a:xfrm xmlns:a="http://schemas.openxmlformats.org/drawingml/2006/main">
            <a:off x="10695998"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C5570B1-2A97-4FDF-94E0-F26E2A8271D0}"/>
              </a:ext>
            </a:extLst>
          </p:cNvPr>
          <p:cNvSpPr>
            <a:spLocks xmlns:a="http://schemas.openxmlformats.org/drawingml/2006/main" noGrp="1"/>
          </p:cNvSpPr>
          <p:nvPr/>
        </p:nvSpPr>
        <p:spPr>
          <a:xfrm xmlns:a="http://schemas.openxmlformats.org/drawingml/2006/main">
            <a:off x="10792691" y="27241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FCF06D2-1B33-4D1B-9BD9-211595DC2610}"/>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F5F7DB2-3ABE-413B-8013-9A95E8FB5AF0}"/>
              </a:ext>
            </a:extLst>
          </p:cNvPr>
          <p:cNvSpPr>
            <a:spLocks xmlns:a="http://schemas.openxmlformats.org/drawingml/2006/main" noGrp="1"/>
          </p:cNvSpPr>
          <p:nvPr/>
        </p:nvSpPr>
        <p:spPr>
          <a:xfrm xmlns:a="http://schemas.openxmlformats.org/drawingml/2006/main">
            <a:off x="885882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74057A-F2BC-4537-B885-8E52CC14615D}"/>
              </a:ext>
            </a:extLst>
          </p:cNvPr>
          <p:cNvSpPr>
            <a:spLocks xmlns:a="http://schemas.openxmlformats.org/drawingml/2006/main" noGrp="1"/>
          </p:cNvSpPr>
          <p:nvPr/>
        </p:nvSpPr>
        <p:spPr>
          <a:xfrm xmlns:a="http://schemas.openxmlformats.org/drawingml/2006/main">
            <a:off x="9535680"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293440C-A86B-4C97-8168-64E8CBEDCCD6}"/>
              </a:ext>
            </a:extLst>
          </p:cNvPr>
          <p:cNvSpPr>
            <a:spLocks xmlns:a="http://schemas.openxmlformats.org/drawingml/2006/main" noGrp="1"/>
          </p:cNvSpPr>
          <p:nvPr/>
        </p:nvSpPr>
        <p:spPr>
          <a:xfrm xmlns:a="http://schemas.openxmlformats.org/drawingml/2006/main">
            <a:off x="10212532"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E17E937-A590-48E1-9187-4E12AD741BB7}"/>
              </a:ext>
            </a:extLst>
          </p:cNvPr>
          <p:cNvSpPr>
            <a:spLocks xmlns:a="http://schemas.openxmlformats.org/drawingml/2006/main" noGrp="1"/>
          </p:cNvSpPr>
          <p:nvPr/>
        </p:nvSpPr>
        <p:spPr>
          <a:xfrm xmlns:a="http://schemas.openxmlformats.org/drawingml/2006/main">
            <a:off x="10889384"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D1FC1CF-5542-4575-B129-53A49CF8792B}"/>
              </a:ext>
            </a:extLst>
          </p:cNvPr>
          <p:cNvSpPr>
            <a:spLocks xmlns:a="http://schemas.openxmlformats.org/drawingml/2006/main" noGrp="1"/>
          </p:cNvSpPr>
          <p:nvPr/>
        </p:nvSpPr>
        <p:spPr>
          <a:xfrm xmlns:a="http://schemas.openxmlformats.org/drawingml/2006/main">
            <a:off x="8858827" y="2895600"/>
            <a:ext cx="386773"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503353F-E966-434D-8898-94B4D4F7DE95}"/>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D6D5EB3-385E-4A07-A699-2B33844EEFB2}"/>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4EC3B0B-1594-43DA-9DB4-0795092266BC}"/>
              </a:ext>
            </a:extLst>
          </p:cNvPr>
          <p:cNvSpPr>
            <a:spLocks xmlns:a="http://schemas.openxmlformats.org/drawingml/2006/main" noGrp="1"/>
          </p:cNvSpPr>
          <p:nvPr/>
        </p:nvSpPr>
        <p:spPr>
          <a:xfrm xmlns:a="http://schemas.openxmlformats.org/drawingml/2006/main">
            <a:off x="8665441"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CD005F1-E7A9-43E9-8A2D-A2BE6431C19C}"/>
              </a:ext>
            </a:extLst>
          </p:cNvPr>
          <p:cNvSpPr>
            <a:spLocks xmlns:a="http://schemas.openxmlformats.org/drawingml/2006/main" noGrp="1"/>
          </p:cNvSpPr>
          <p:nvPr/>
        </p:nvSpPr>
        <p:spPr>
          <a:xfrm xmlns:a="http://schemas.openxmlformats.org/drawingml/2006/main">
            <a:off x="8762134"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89E084C-023D-4C0C-9BFF-0637026CB193}"/>
              </a:ext>
            </a:extLst>
          </p:cNvPr>
          <p:cNvSpPr>
            <a:spLocks xmlns:a="http://schemas.openxmlformats.org/drawingml/2006/main" noGrp="1"/>
          </p:cNvSpPr>
          <p:nvPr/>
        </p:nvSpPr>
        <p:spPr>
          <a:xfrm xmlns:a="http://schemas.openxmlformats.org/drawingml/2006/main">
            <a:off x="9342293"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D2DBF17-805D-490C-AD7B-F579AF88C959}"/>
              </a:ext>
            </a:extLst>
          </p:cNvPr>
          <p:cNvSpPr>
            <a:spLocks xmlns:a="http://schemas.openxmlformats.org/drawingml/2006/main" noGrp="1"/>
          </p:cNvSpPr>
          <p:nvPr/>
        </p:nvSpPr>
        <p:spPr>
          <a:xfrm xmlns:a="http://schemas.openxmlformats.org/drawingml/2006/main">
            <a:off x="9438986"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3B203F0-16C3-4BED-B4D7-3AB964030025}"/>
              </a:ext>
            </a:extLst>
          </p:cNvPr>
          <p:cNvSpPr>
            <a:spLocks xmlns:a="http://schemas.openxmlformats.org/drawingml/2006/main" noGrp="1"/>
          </p:cNvSpPr>
          <p:nvPr/>
        </p:nvSpPr>
        <p:spPr>
          <a:xfrm xmlns:a="http://schemas.openxmlformats.org/drawingml/2006/main">
            <a:off x="10019145"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5D7D759-9058-4EFA-ADDE-95AA516BAB7E}"/>
              </a:ext>
            </a:extLst>
          </p:cNvPr>
          <p:cNvSpPr>
            <a:spLocks xmlns:a="http://schemas.openxmlformats.org/drawingml/2006/main" noGrp="1"/>
          </p:cNvSpPr>
          <p:nvPr/>
        </p:nvSpPr>
        <p:spPr>
          <a:xfrm xmlns:a="http://schemas.openxmlformats.org/drawingml/2006/main">
            <a:off x="10115839"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6651F9F-25F7-46DC-8605-C364AEF21046}"/>
              </a:ext>
            </a:extLst>
          </p:cNvPr>
          <p:cNvSpPr>
            <a:spLocks xmlns:a="http://schemas.openxmlformats.org/drawingml/2006/main" noGrp="1"/>
          </p:cNvSpPr>
          <p:nvPr/>
        </p:nvSpPr>
        <p:spPr>
          <a:xfrm xmlns:a="http://schemas.openxmlformats.org/drawingml/2006/main">
            <a:off x="10695998"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D67D523-2BDD-40A7-B2B1-3051208EA254}"/>
              </a:ext>
            </a:extLst>
          </p:cNvPr>
          <p:cNvSpPr>
            <a:spLocks xmlns:a="http://schemas.openxmlformats.org/drawingml/2006/main" noGrp="1"/>
          </p:cNvSpPr>
          <p:nvPr/>
        </p:nvSpPr>
        <p:spPr>
          <a:xfrm xmlns:a="http://schemas.openxmlformats.org/drawingml/2006/main">
            <a:off x="10792691" y="326707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45F62E2-281D-495D-8A2D-1A0F2030888A}"/>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EFA04FD-8A83-4D24-982F-93756B53B355}"/>
              </a:ext>
            </a:extLst>
          </p:cNvPr>
          <p:cNvSpPr>
            <a:spLocks xmlns:a="http://schemas.openxmlformats.org/drawingml/2006/main" noGrp="1"/>
          </p:cNvSpPr>
          <p:nvPr/>
        </p:nvSpPr>
        <p:spPr>
          <a:xfrm xmlns:a="http://schemas.openxmlformats.org/drawingml/2006/main">
            <a:off x="885882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DFC6967-A3D6-46BD-AD89-99EAA32CD970}"/>
              </a:ext>
            </a:extLst>
          </p:cNvPr>
          <p:cNvSpPr>
            <a:spLocks xmlns:a="http://schemas.openxmlformats.org/drawingml/2006/main" noGrp="1"/>
          </p:cNvSpPr>
          <p:nvPr/>
        </p:nvSpPr>
        <p:spPr>
          <a:xfrm xmlns:a="http://schemas.openxmlformats.org/drawingml/2006/main">
            <a:off x="9535680"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5E0815E8-A7BC-4988-976F-F06BAB9BC134}"/>
              </a:ext>
            </a:extLst>
          </p:cNvPr>
          <p:cNvSpPr>
            <a:spLocks xmlns:a="http://schemas.openxmlformats.org/drawingml/2006/main" noGrp="1"/>
          </p:cNvSpPr>
          <p:nvPr/>
        </p:nvSpPr>
        <p:spPr>
          <a:xfrm xmlns:a="http://schemas.openxmlformats.org/drawingml/2006/main">
            <a:off x="10212532"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C68803C-2EE5-4B7E-8FE2-CDE5BC283D68}"/>
              </a:ext>
            </a:extLst>
          </p:cNvPr>
          <p:cNvSpPr>
            <a:spLocks xmlns:a="http://schemas.openxmlformats.org/drawingml/2006/main" noGrp="1"/>
          </p:cNvSpPr>
          <p:nvPr/>
        </p:nvSpPr>
        <p:spPr>
          <a:xfrm xmlns:a="http://schemas.openxmlformats.org/drawingml/2006/main">
            <a:off x="10889384"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3F6952C-BC1C-4003-94D0-5D042004D199}"/>
              </a:ext>
            </a:extLst>
          </p:cNvPr>
          <p:cNvSpPr>
            <a:spLocks xmlns:a="http://schemas.openxmlformats.org/drawingml/2006/main" noGrp="1"/>
          </p:cNvSpPr>
          <p:nvPr/>
        </p:nvSpPr>
        <p:spPr>
          <a:xfrm xmlns:a="http://schemas.openxmlformats.org/drawingml/2006/main">
            <a:off x="9245600" y="3438525"/>
            <a:ext cx="773545"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DDB6A40-DDE3-47A4-B9C9-C9CB12A32E67}"/>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9E665956-065D-4BCA-B1C0-1B253F135816}"/>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B68A7FF6-EAE4-4A2C-8057-9F5EF7763499}"/>
              </a:ext>
            </a:extLst>
          </p:cNvPr>
          <p:cNvSpPr>
            <a:spLocks xmlns:a="http://schemas.openxmlformats.org/drawingml/2006/main" noGrp="1"/>
          </p:cNvSpPr>
          <p:nvPr/>
        </p:nvSpPr>
        <p:spPr>
          <a:xfrm xmlns:a="http://schemas.openxmlformats.org/drawingml/2006/main">
            <a:off x="8665441"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3934F221-50E7-4BA9-8511-436260A28F85}"/>
              </a:ext>
            </a:extLst>
          </p:cNvPr>
          <p:cNvSpPr>
            <a:spLocks xmlns:a="http://schemas.openxmlformats.org/drawingml/2006/main" noGrp="1"/>
          </p:cNvSpPr>
          <p:nvPr/>
        </p:nvSpPr>
        <p:spPr>
          <a:xfrm xmlns:a="http://schemas.openxmlformats.org/drawingml/2006/main">
            <a:off x="8762134"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059047E-62E8-4381-8148-1C257692F46E}"/>
              </a:ext>
            </a:extLst>
          </p:cNvPr>
          <p:cNvSpPr>
            <a:spLocks xmlns:a="http://schemas.openxmlformats.org/drawingml/2006/main" noGrp="1"/>
          </p:cNvSpPr>
          <p:nvPr/>
        </p:nvSpPr>
        <p:spPr>
          <a:xfrm xmlns:a="http://schemas.openxmlformats.org/drawingml/2006/main">
            <a:off x="9342293"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EC7F9082-6EA3-45D0-B881-216F866CDDF0}"/>
              </a:ext>
            </a:extLst>
          </p:cNvPr>
          <p:cNvSpPr>
            <a:spLocks xmlns:a="http://schemas.openxmlformats.org/drawingml/2006/main" noGrp="1"/>
          </p:cNvSpPr>
          <p:nvPr/>
        </p:nvSpPr>
        <p:spPr>
          <a:xfrm xmlns:a="http://schemas.openxmlformats.org/drawingml/2006/main">
            <a:off x="9438986"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8C948B88-F9F5-4574-8976-B715A382688C}"/>
              </a:ext>
            </a:extLst>
          </p:cNvPr>
          <p:cNvSpPr>
            <a:spLocks xmlns:a="http://schemas.openxmlformats.org/drawingml/2006/main" noGrp="1"/>
          </p:cNvSpPr>
          <p:nvPr/>
        </p:nvSpPr>
        <p:spPr>
          <a:xfrm xmlns:a="http://schemas.openxmlformats.org/drawingml/2006/main">
            <a:off x="10019145"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483C8867-8BE4-409F-B830-4512BDDD62E1}"/>
              </a:ext>
            </a:extLst>
          </p:cNvPr>
          <p:cNvSpPr>
            <a:spLocks xmlns:a="http://schemas.openxmlformats.org/drawingml/2006/main" noGrp="1"/>
          </p:cNvSpPr>
          <p:nvPr/>
        </p:nvSpPr>
        <p:spPr>
          <a:xfrm xmlns:a="http://schemas.openxmlformats.org/drawingml/2006/main">
            <a:off x="10115839"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B3C8DF63-E2B4-4DCF-9E79-726D00C7CBCF}"/>
              </a:ext>
            </a:extLst>
          </p:cNvPr>
          <p:cNvSpPr>
            <a:spLocks xmlns:a="http://schemas.openxmlformats.org/drawingml/2006/main" noGrp="1"/>
          </p:cNvSpPr>
          <p:nvPr/>
        </p:nvSpPr>
        <p:spPr>
          <a:xfrm xmlns:a="http://schemas.openxmlformats.org/drawingml/2006/main">
            <a:off x="10695998"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E6E4837E-A9F7-4460-B016-178E1C488FA8}"/>
              </a:ext>
            </a:extLst>
          </p:cNvPr>
          <p:cNvSpPr>
            <a:spLocks xmlns:a="http://schemas.openxmlformats.org/drawingml/2006/main" noGrp="1"/>
          </p:cNvSpPr>
          <p:nvPr/>
        </p:nvSpPr>
        <p:spPr>
          <a:xfrm xmlns:a="http://schemas.openxmlformats.org/drawingml/2006/main">
            <a:off x="10792691" y="381000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085AB4B7-2721-4F3A-8616-740A01BF886C}"/>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D510C916-A1DE-4C13-85FF-AA30AAA67CD5}"/>
              </a:ext>
            </a:extLst>
          </p:cNvPr>
          <p:cNvSpPr>
            <a:spLocks xmlns:a="http://schemas.openxmlformats.org/drawingml/2006/main" noGrp="1"/>
          </p:cNvSpPr>
          <p:nvPr/>
        </p:nvSpPr>
        <p:spPr>
          <a:xfrm xmlns:a="http://schemas.openxmlformats.org/drawingml/2006/main">
            <a:off x="885882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5FF96287-E163-421A-B25C-7CACEE99A917}"/>
              </a:ext>
            </a:extLst>
          </p:cNvPr>
          <p:cNvSpPr>
            <a:spLocks xmlns:a="http://schemas.openxmlformats.org/drawingml/2006/main" noGrp="1"/>
          </p:cNvSpPr>
          <p:nvPr/>
        </p:nvSpPr>
        <p:spPr>
          <a:xfrm xmlns:a="http://schemas.openxmlformats.org/drawingml/2006/main">
            <a:off x="9535680"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2412D20-EB6B-4DE7-9D70-55ABD0A56201}"/>
              </a:ext>
            </a:extLst>
          </p:cNvPr>
          <p:cNvSpPr>
            <a:spLocks xmlns:a="http://schemas.openxmlformats.org/drawingml/2006/main" noGrp="1"/>
          </p:cNvSpPr>
          <p:nvPr/>
        </p:nvSpPr>
        <p:spPr>
          <a:xfrm xmlns:a="http://schemas.openxmlformats.org/drawingml/2006/main">
            <a:off x="10212532"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A223BC4-A640-4544-A55E-DEA8E5E6995E}"/>
              </a:ext>
            </a:extLst>
          </p:cNvPr>
          <p:cNvSpPr>
            <a:spLocks xmlns:a="http://schemas.openxmlformats.org/drawingml/2006/main" noGrp="1"/>
          </p:cNvSpPr>
          <p:nvPr/>
        </p:nvSpPr>
        <p:spPr>
          <a:xfrm xmlns:a="http://schemas.openxmlformats.org/drawingml/2006/main">
            <a:off x="10889384"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2A67778D-2F64-41C2-A861-0DCF72FECD08}"/>
              </a:ext>
            </a:extLst>
          </p:cNvPr>
          <p:cNvSpPr>
            <a:spLocks xmlns:a="http://schemas.openxmlformats.org/drawingml/2006/main" noGrp="1"/>
          </p:cNvSpPr>
          <p:nvPr/>
        </p:nvSpPr>
        <p:spPr>
          <a:xfrm xmlns:a="http://schemas.openxmlformats.org/drawingml/2006/main">
            <a:off x="10212532" y="3981450"/>
            <a:ext cx="386773"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95AF46C4-E17D-454C-9247-48A6EC631686}"/>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2DDCE1D-AE59-4718-8F75-281E5BA2E662}"/>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D1D3756C-B145-4939-80E7-702C1C3094B9}"/>
              </a:ext>
            </a:extLst>
          </p:cNvPr>
          <p:cNvSpPr>
            <a:spLocks xmlns:a="http://schemas.openxmlformats.org/drawingml/2006/main" noGrp="1"/>
          </p:cNvSpPr>
          <p:nvPr/>
        </p:nvSpPr>
        <p:spPr>
          <a:xfrm xmlns:a="http://schemas.openxmlformats.org/drawingml/2006/main">
            <a:off x="8665441"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5AEAAAD-0867-4BDF-BF02-26DEC0897FAF}"/>
              </a:ext>
            </a:extLst>
          </p:cNvPr>
          <p:cNvSpPr>
            <a:spLocks xmlns:a="http://schemas.openxmlformats.org/drawingml/2006/main" noGrp="1"/>
          </p:cNvSpPr>
          <p:nvPr/>
        </p:nvSpPr>
        <p:spPr>
          <a:xfrm xmlns:a="http://schemas.openxmlformats.org/drawingml/2006/main">
            <a:off x="8762134"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9DF26EDD-FDC6-491F-AEBA-6F08EA94A856}"/>
              </a:ext>
            </a:extLst>
          </p:cNvPr>
          <p:cNvSpPr>
            <a:spLocks xmlns:a="http://schemas.openxmlformats.org/drawingml/2006/main" noGrp="1"/>
          </p:cNvSpPr>
          <p:nvPr/>
        </p:nvSpPr>
        <p:spPr>
          <a:xfrm xmlns:a="http://schemas.openxmlformats.org/drawingml/2006/main">
            <a:off x="9342293"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3A2D37C9-59DD-46A2-9CB9-B1A5573A3174}"/>
              </a:ext>
            </a:extLst>
          </p:cNvPr>
          <p:cNvSpPr>
            <a:spLocks xmlns:a="http://schemas.openxmlformats.org/drawingml/2006/main" noGrp="1"/>
          </p:cNvSpPr>
          <p:nvPr/>
        </p:nvSpPr>
        <p:spPr>
          <a:xfrm xmlns:a="http://schemas.openxmlformats.org/drawingml/2006/main">
            <a:off x="9438986"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A066E333-2DCC-4AC4-81F5-D4FD11ADF5D6}"/>
              </a:ext>
            </a:extLst>
          </p:cNvPr>
          <p:cNvSpPr>
            <a:spLocks xmlns:a="http://schemas.openxmlformats.org/drawingml/2006/main" noGrp="1"/>
          </p:cNvSpPr>
          <p:nvPr/>
        </p:nvSpPr>
        <p:spPr>
          <a:xfrm xmlns:a="http://schemas.openxmlformats.org/drawingml/2006/main">
            <a:off x="10019145"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BE4F0CDD-830C-4387-8D2E-0DBAB64F0A87}"/>
              </a:ext>
            </a:extLst>
          </p:cNvPr>
          <p:cNvSpPr>
            <a:spLocks xmlns:a="http://schemas.openxmlformats.org/drawingml/2006/main" noGrp="1"/>
          </p:cNvSpPr>
          <p:nvPr/>
        </p:nvSpPr>
        <p:spPr>
          <a:xfrm xmlns:a="http://schemas.openxmlformats.org/drawingml/2006/main">
            <a:off x="10115839"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7B24F4F6-8C6F-4029-B9B6-6D1B7B8AC0D7}"/>
              </a:ext>
            </a:extLst>
          </p:cNvPr>
          <p:cNvSpPr>
            <a:spLocks xmlns:a="http://schemas.openxmlformats.org/drawingml/2006/main" noGrp="1"/>
          </p:cNvSpPr>
          <p:nvPr/>
        </p:nvSpPr>
        <p:spPr>
          <a:xfrm xmlns:a="http://schemas.openxmlformats.org/drawingml/2006/main">
            <a:off x="10695998"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17853CFC-981D-471D-BE55-3E7859D57294}"/>
              </a:ext>
            </a:extLst>
          </p:cNvPr>
          <p:cNvSpPr>
            <a:spLocks xmlns:a="http://schemas.openxmlformats.org/drawingml/2006/main" noGrp="1"/>
          </p:cNvSpPr>
          <p:nvPr/>
        </p:nvSpPr>
        <p:spPr>
          <a:xfrm xmlns:a="http://schemas.openxmlformats.org/drawingml/2006/main">
            <a:off x="10792691" y="4352925"/>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A63FB698-87C3-47AE-A0A5-9CD26D129F5C}"/>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9E762E3F-D190-444E-9DDC-7DD33A9AC48B}"/>
              </a:ext>
            </a:extLst>
          </p:cNvPr>
          <p:cNvSpPr>
            <a:spLocks xmlns:a="http://schemas.openxmlformats.org/drawingml/2006/main" noGrp="1"/>
          </p:cNvSpPr>
          <p:nvPr/>
        </p:nvSpPr>
        <p:spPr>
          <a:xfrm xmlns:a="http://schemas.openxmlformats.org/drawingml/2006/main">
            <a:off x="885882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A098F297-0B83-4EC7-A054-AE2BE39F60B6}"/>
              </a:ext>
            </a:extLst>
          </p:cNvPr>
          <p:cNvSpPr>
            <a:spLocks xmlns:a="http://schemas.openxmlformats.org/drawingml/2006/main" noGrp="1"/>
          </p:cNvSpPr>
          <p:nvPr/>
        </p:nvSpPr>
        <p:spPr>
          <a:xfrm xmlns:a="http://schemas.openxmlformats.org/drawingml/2006/main">
            <a:off x="9535680"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393C04B6-E7D7-45DF-9D8D-F8CDCA0A86DF}"/>
              </a:ext>
            </a:extLst>
          </p:cNvPr>
          <p:cNvSpPr>
            <a:spLocks xmlns:a="http://schemas.openxmlformats.org/drawingml/2006/main" noGrp="1"/>
          </p:cNvSpPr>
          <p:nvPr/>
        </p:nvSpPr>
        <p:spPr>
          <a:xfrm xmlns:a="http://schemas.openxmlformats.org/drawingml/2006/main">
            <a:off x="10212532"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60D51996-C214-41B3-AE50-B3329DB1BF15}"/>
              </a:ext>
            </a:extLst>
          </p:cNvPr>
          <p:cNvSpPr>
            <a:spLocks xmlns:a="http://schemas.openxmlformats.org/drawingml/2006/main" noGrp="1"/>
          </p:cNvSpPr>
          <p:nvPr/>
        </p:nvSpPr>
        <p:spPr>
          <a:xfrm xmlns:a="http://schemas.openxmlformats.org/drawingml/2006/main">
            <a:off x="10889384"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0E66EB41-7E54-4E8D-AD61-8F5F057D28F4}"/>
              </a:ext>
            </a:extLst>
          </p:cNvPr>
          <p:cNvSpPr>
            <a:spLocks xmlns:a="http://schemas.openxmlformats.org/drawingml/2006/main" noGrp="1"/>
          </p:cNvSpPr>
          <p:nvPr/>
        </p:nvSpPr>
        <p:spPr>
          <a:xfrm xmlns:a="http://schemas.openxmlformats.org/drawingml/2006/main">
            <a:off x="10599305" y="4524375"/>
            <a:ext cx="48346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EB0859A9-8F94-420F-87DD-B3A972152F0A}"/>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2980CF76-F391-4D5D-BF2C-B107DE3A00A8}"/>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7BD24BDC-81D1-4636-B773-3FC43662E86A}"/>
              </a:ext>
            </a:extLst>
          </p:cNvPr>
          <p:cNvSpPr>
            <a:spLocks xmlns:a="http://schemas.openxmlformats.org/drawingml/2006/main" noGrp="1"/>
          </p:cNvSpPr>
          <p:nvPr/>
        </p:nvSpPr>
        <p:spPr>
          <a:xfrm xmlns:a="http://schemas.openxmlformats.org/drawingml/2006/main">
            <a:off x="8665441"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45B84C30-F8CF-47CD-99F9-6F382AE737B0}"/>
              </a:ext>
            </a:extLst>
          </p:cNvPr>
          <p:cNvSpPr>
            <a:spLocks xmlns:a="http://schemas.openxmlformats.org/drawingml/2006/main" noGrp="1"/>
          </p:cNvSpPr>
          <p:nvPr/>
        </p:nvSpPr>
        <p:spPr>
          <a:xfrm xmlns:a="http://schemas.openxmlformats.org/drawingml/2006/main">
            <a:off x="8762134"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F993AFF4-D0D9-4E17-BAFC-A8393B8D8B9C}"/>
              </a:ext>
            </a:extLst>
          </p:cNvPr>
          <p:cNvSpPr>
            <a:spLocks xmlns:a="http://schemas.openxmlformats.org/drawingml/2006/main" noGrp="1"/>
          </p:cNvSpPr>
          <p:nvPr/>
        </p:nvSpPr>
        <p:spPr>
          <a:xfrm xmlns:a="http://schemas.openxmlformats.org/drawingml/2006/main">
            <a:off x="9342293"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197310E9-875D-4684-9BB9-8092CA20325B}"/>
              </a:ext>
            </a:extLst>
          </p:cNvPr>
          <p:cNvSpPr>
            <a:spLocks xmlns:a="http://schemas.openxmlformats.org/drawingml/2006/main" noGrp="1"/>
          </p:cNvSpPr>
          <p:nvPr/>
        </p:nvSpPr>
        <p:spPr>
          <a:xfrm xmlns:a="http://schemas.openxmlformats.org/drawingml/2006/main">
            <a:off x="9438986"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0E322EF0-A6E3-44E6-85B0-CCC2547FEE7A}"/>
              </a:ext>
            </a:extLst>
          </p:cNvPr>
          <p:cNvSpPr>
            <a:spLocks xmlns:a="http://schemas.openxmlformats.org/drawingml/2006/main" noGrp="1"/>
          </p:cNvSpPr>
          <p:nvPr/>
        </p:nvSpPr>
        <p:spPr>
          <a:xfrm xmlns:a="http://schemas.openxmlformats.org/drawingml/2006/main">
            <a:off x="10019145"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563B8CA6-3C8D-4BA2-8648-71C1CA4C096E}"/>
              </a:ext>
            </a:extLst>
          </p:cNvPr>
          <p:cNvSpPr>
            <a:spLocks xmlns:a="http://schemas.openxmlformats.org/drawingml/2006/main" noGrp="1"/>
          </p:cNvSpPr>
          <p:nvPr/>
        </p:nvSpPr>
        <p:spPr>
          <a:xfrm xmlns:a="http://schemas.openxmlformats.org/drawingml/2006/main">
            <a:off x="10115839"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CFCD2F45-891D-4C52-88A5-ABDC0CFD692D}"/>
              </a:ext>
            </a:extLst>
          </p:cNvPr>
          <p:cNvSpPr>
            <a:spLocks xmlns:a="http://schemas.openxmlformats.org/drawingml/2006/main" noGrp="1"/>
          </p:cNvSpPr>
          <p:nvPr/>
        </p:nvSpPr>
        <p:spPr>
          <a:xfrm xmlns:a="http://schemas.openxmlformats.org/drawingml/2006/main">
            <a:off x="10695998"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701E6874-1F8E-4448-8844-977EA2E4D331}"/>
              </a:ext>
            </a:extLst>
          </p:cNvPr>
          <p:cNvSpPr>
            <a:spLocks xmlns:a="http://schemas.openxmlformats.org/drawingml/2006/main" noGrp="1"/>
          </p:cNvSpPr>
          <p:nvPr/>
        </p:nvSpPr>
        <p:spPr>
          <a:xfrm xmlns:a="http://schemas.openxmlformats.org/drawingml/2006/main">
            <a:off x="10792691" y="4895850"/>
            <a:ext cx="96693"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4F1C1729-897D-447C-B2BF-48C57A8D6E6A}"/>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E7A9C053-762B-4BDE-A41E-E38B3D3DB067}"/>
              </a:ext>
            </a:extLst>
          </p:cNvPr>
          <p:cNvSpPr>
            <a:spLocks xmlns:a="http://schemas.openxmlformats.org/drawingml/2006/main" noGrp="1"/>
          </p:cNvSpPr>
          <p:nvPr/>
        </p:nvSpPr>
        <p:spPr>
          <a:xfrm xmlns:a="http://schemas.openxmlformats.org/drawingml/2006/main">
            <a:off x="885882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B9EA40AD-08DD-489E-8EC8-5242D49090C3}"/>
              </a:ext>
            </a:extLst>
          </p:cNvPr>
          <p:cNvSpPr>
            <a:spLocks xmlns:a="http://schemas.openxmlformats.org/drawingml/2006/main" noGrp="1"/>
          </p:cNvSpPr>
          <p:nvPr/>
        </p:nvSpPr>
        <p:spPr>
          <a:xfrm xmlns:a="http://schemas.openxmlformats.org/drawingml/2006/main">
            <a:off x="9535680"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FD01CD9A-98A4-4980-88C5-778B66BB9249}"/>
              </a:ext>
            </a:extLst>
          </p:cNvPr>
          <p:cNvSpPr>
            <a:spLocks xmlns:a="http://schemas.openxmlformats.org/drawingml/2006/main" noGrp="1"/>
          </p:cNvSpPr>
          <p:nvPr/>
        </p:nvSpPr>
        <p:spPr>
          <a:xfrm xmlns:a="http://schemas.openxmlformats.org/drawingml/2006/main">
            <a:off x="10212532"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F66F6324-702C-4C70-8A04-4D7EC5CB312B}"/>
              </a:ext>
            </a:extLst>
          </p:cNvPr>
          <p:cNvSpPr>
            <a:spLocks xmlns:a="http://schemas.openxmlformats.org/drawingml/2006/main" noGrp="1"/>
          </p:cNvSpPr>
          <p:nvPr/>
        </p:nvSpPr>
        <p:spPr>
          <a:xfrm xmlns:a="http://schemas.openxmlformats.org/drawingml/2006/main">
            <a:off x="10889384"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3B326D2B-2236-4309-8676-D4C2EF25A584}"/>
              </a:ext>
            </a:extLst>
          </p:cNvPr>
          <p:cNvSpPr>
            <a:spLocks xmlns:a="http://schemas.openxmlformats.org/drawingml/2006/main" noGrp="1"/>
          </p:cNvSpPr>
          <p:nvPr/>
        </p:nvSpPr>
        <p:spPr>
          <a:xfrm xmlns:a="http://schemas.openxmlformats.org/drawingml/2006/main">
            <a:off x="11082770" y="5067300"/>
            <a:ext cx="29008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8247DB40-0F6F-451C-954E-FA7AA048C149}"/>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6" name="Duraciones según el XML: jornada de 8 h. Barr">
            <a:extLst xmlns:a="http://schemas.openxmlformats.org/drawingml/2006/main">
              <a:ext uri="{FF2B5EF4-FFF2-40B4-BE49-F238E27FC236}">
                <a16:creationId xmlns:a16="http://schemas.microsoft.com/office/drawing/2014/main" id="{F7EAE381-2E67-41F8-AB4B-D8C1B7A1C6F1}"/>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107" name="Cronograma XML 2026">
            <a:extLst xmlns:a="http://schemas.openxmlformats.org/drawingml/2006/main">
              <a:ext uri="{FF2B5EF4-FFF2-40B4-BE49-F238E27FC236}">
                <a16:creationId xmlns:a16="http://schemas.microsoft.com/office/drawing/2014/main" id="{4D16010B-2591-4A29-A4C6-DF9B134C7400}"/>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108" name="15 / 20">
            <a:extLst xmlns:a="http://schemas.openxmlformats.org/drawingml/2006/main">
              <a:ext uri="{FF2B5EF4-FFF2-40B4-BE49-F238E27FC236}">
                <a16:creationId xmlns:a16="http://schemas.microsoft.com/office/drawing/2014/main" id="{AAB9244C-3B03-444D-B1F3-70E16A194918}"/>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15 / 20</a:t>
            </a:r>
          </a:p>
        </p:txBody>
      </p:sp>
    </p:spTree>
    <p:extLst>
      <p:ext uri="{BB962C8B-B14F-4D97-AF65-F5344CB8AC3E}">
        <p14:creationId xmlns:p14="http://schemas.microsoft.com/office/powerpoint/2010/main" val="271167530"/>
      </p:ext>
    </p:extLst>
  </p:cSld>
</p:sld>
</file>

<file path=ppt/slides/slide16.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47" name="3. Gestión integral de inventarios">
            <a:extLst xmlns:a="http://schemas.openxmlformats.org/drawingml/2006/main">
              <a:ext uri="{FF2B5EF4-FFF2-40B4-BE49-F238E27FC236}">
                <a16:creationId xmlns:a16="http://schemas.microsoft.com/office/drawing/2014/main" id="{38AAA33B-7AF0-45D5-8268-5A2D955B96AF}"/>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3. Gestión integral de inventarios</a:t>
            </a:r>
          </a:p>
        </p:txBody>
      </p:sp>
      <p:sp>
        <p:nvSpPr>
          <p:cNvPr id="2" name="25/05 al 03/07 de 2026  ·  30 días laborables">
            <a:extLst xmlns:a="http://schemas.openxmlformats.org/drawingml/2006/main">
              <a:ext uri="{FF2B5EF4-FFF2-40B4-BE49-F238E27FC236}">
                <a16:creationId xmlns:a16="http://schemas.microsoft.com/office/drawing/2014/main" id="{3FA12B2E-8A5B-40E2-A7BA-DF3B0A6B62B4}"/>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25/05 al 03/07 de 2026  ·  30 días laborables</a:t>
            </a:r>
          </a:p>
        </p:txBody>
      </p:sp>
      <p:graphicFrame>
        <p:nvGraphicFramePr>
          <p:cNvPr id="3" name="">
            <a:extLst xmlns:a="http://schemas.openxmlformats.org/drawingml/2006/main">
              <a:ext uri="{FF2B5EF4-FFF2-40B4-BE49-F238E27FC236}">
                <a16:creationId xmlns:a16="http://schemas.microsoft.com/office/drawing/2014/main" id="{9763C239-71F3-4B14-9318-718A72B3E9B1}"/>
              </a:ext>
            </a:extLst>
          </p:cNvPr>
          <p:cNvGraphicFramePr/>
          <p:nvPr/>
        </p:nvGraphicFramePr>
        <p:xfrm>
          <a:off xmlns:a="http://schemas.openxmlformats.org/drawingml/2006/main" x="809625" y="1781175"/>
          <a:ext xmlns:a="http://schemas.openxmlformats.org/drawingml/2006/main" cx="7105650" cy="4200525"/>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16</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requerimientos de inventario de producto terminado y materia prima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25/05/26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29/05/26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17</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tablas para productos terminados, insumos y movimientos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01/06/26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05/06/26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18</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registro de productos terminados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08/06/26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12/06/26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19</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registro de insumos y materia prima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15/06/26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19/06/26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20</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movimientos de inventario: entradas, salidas, ajustes y mermas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22/06/26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26/06/26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stock mínimo, alertas y kardex</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29/06/26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01/07/26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22</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02/07/26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84986C-FF8D-42AD-AC4F-071835D8C019}"/>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25/05">
            <a:extLst xmlns:a="http://schemas.openxmlformats.org/drawingml/2006/main">
              <a:ext uri="{FF2B5EF4-FFF2-40B4-BE49-F238E27FC236}">
                <a16:creationId xmlns:a16="http://schemas.microsoft.com/office/drawing/2014/main" id="{F47D80D6-3022-4797-8CBB-0069516D12BB}"/>
              </a:ext>
            </a:extLst>
          </p:cNvPr>
          <p:cNvSpPr>
            <a:spLocks xmlns:a="http://schemas.openxmlformats.org/drawingml/2006/main" noGrp="1"/>
          </p:cNvSpPr>
          <p:nvPr/>
        </p:nvSpPr>
        <p:spPr>
          <a:xfrm xmlns:a="http://schemas.openxmlformats.org/drawingml/2006/main">
            <a:off x="8191500" y="1876425"/>
            <a:ext cx="53935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25/05</a:t>
            </a:r>
          </a:p>
        </p:txBody>
      </p:sp>
      <p:sp>
        <p:nvSpPr>
          <p:cNvPr id="6" name="01/06">
            <a:extLst xmlns:a="http://schemas.openxmlformats.org/drawingml/2006/main">
              <a:ext uri="{FF2B5EF4-FFF2-40B4-BE49-F238E27FC236}">
                <a16:creationId xmlns:a16="http://schemas.microsoft.com/office/drawing/2014/main" id="{8873BDE9-ED6F-4F05-8CDD-AA13CDCE77C4}"/>
              </a:ext>
            </a:extLst>
          </p:cNvPr>
          <p:cNvSpPr>
            <a:spLocks xmlns:a="http://schemas.openxmlformats.org/drawingml/2006/main" noGrp="1"/>
          </p:cNvSpPr>
          <p:nvPr/>
        </p:nvSpPr>
        <p:spPr>
          <a:xfrm xmlns:a="http://schemas.openxmlformats.org/drawingml/2006/main">
            <a:off x="8749903" y="1876425"/>
            <a:ext cx="53935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01/06</a:t>
            </a:r>
          </a:p>
        </p:txBody>
      </p:sp>
      <p:sp>
        <p:nvSpPr>
          <p:cNvPr id="7" name="08/06">
            <a:extLst xmlns:a="http://schemas.openxmlformats.org/drawingml/2006/main">
              <a:ext uri="{FF2B5EF4-FFF2-40B4-BE49-F238E27FC236}">
                <a16:creationId xmlns:a16="http://schemas.microsoft.com/office/drawing/2014/main" id="{E0ADB626-6216-402E-8FCC-1C2472A1F3EF}"/>
              </a:ext>
            </a:extLst>
          </p:cNvPr>
          <p:cNvSpPr>
            <a:spLocks xmlns:a="http://schemas.openxmlformats.org/drawingml/2006/main" noGrp="1"/>
          </p:cNvSpPr>
          <p:nvPr/>
        </p:nvSpPr>
        <p:spPr>
          <a:xfrm xmlns:a="http://schemas.openxmlformats.org/drawingml/2006/main">
            <a:off x="9308306" y="1876425"/>
            <a:ext cx="53935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08/06</a:t>
            </a:r>
          </a:p>
        </p:txBody>
      </p:sp>
      <p:sp>
        <p:nvSpPr>
          <p:cNvPr id="8" name="15/06">
            <a:extLst xmlns:a="http://schemas.openxmlformats.org/drawingml/2006/main">
              <a:ext uri="{FF2B5EF4-FFF2-40B4-BE49-F238E27FC236}">
                <a16:creationId xmlns:a16="http://schemas.microsoft.com/office/drawing/2014/main" id="{E314F506-21C5-4788-9B4D-F2630B17C999}"/>
              </a:ext>
            </a:extLst>
          </p:cNvPr>
          <p:cNvSpPr>
            <a:spLocks xmlns:a="http://schemas.openxmlformats.org/drawingml/2006/main" noGrp="1"/>
          </p:cNvSpPr>
          <p:nvPr/>
        </p:nvSpPr>
        <p:spPr>
          <a:xfrm xmlns:a="http://schemas.openxmlformats.org/drawingml/2006/main">
            <a:off x="9866709" y="1876425"/>
            <a:ext cx="53935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15/06</a:t>
            </a:r>
          </a:p>
        </p:txBody>
      </p:sp>
      <p:sp>
        <p:nvSpPr>
          <p:cNvPr id="9" name="22/06">
            <a:extLst xmlns:a="http://schemas.openxmlformats.org/drawingml/2006/main">
              <a:ext uri="{FF2B5EF4-FFF2-40B4-BE49-F238E27FC236}">
                <a16:creationId xmlns:a16="http://schemas.microsoft.com/office/drawing/2014/main" id="{3F509C53-9443-46F1-BBD2-4F41F5E48734}"/>
              </a:ext>
            </a:extLst>
          </p:cNvPr>
          <p:cNvSpPr>
            <a:spLocks xmlns:a="http://schemas.openxmlformats.org/drawingml/2006/main" noGrp="1"/>
          </p:cNvSpPr>
          <p:nvPr/>
        </p:nvSpPr>
        <p:spPr>
          <a:xfrm xmlns:a="http://schemas.openxmlformats.org/drawingml/2006/main">
            <a:off x="10425113" y="1876425"/>
            <a:ext cx="53935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22/06</a:t>
            </a:r>
          </a:p>
        </p:txBody>
      </p:sp>
      <p:sp>
        <p:nvSpPr>
          <p:cNvPr id="10" name="29/06">
            <a:extLst xmlns:a="http://schemas.openxmlformats.org/drawingml/2006/main">
              <a:ext uri="{FF2B5EF4-FFF2-40B4-BE49-F238E27FC236}">
                <a16:creationId xmlns:a16="http://schemas.microsoft.com/office/drawing/2014/main" id="{2328F298-3EB3-46D7-8904-39E5770E6833}"/>
              </a:ext>
            </a:extLst>
          </p:cNvPr>
          <p:cNvSpPr>
            <a:spLocks xmlns:a="http://schemas.openxmlformats.org/drawingml/2006/main" noGrp="1"/>
          </p:cNvSpPr>
          <p:nvPr/>
        </p:nvSpPr>
        <p:spPr>
          <a:xfrm xmlns:a="http://schemas.openxmlformats.org/drawingml/2006/main">
            <a:off x="10983516" y="1876425"/>
            <a:ext cx="379809"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29/06</a:t>
            </a:r>
          </a:p>
        </p:txBody>
      </p:sp>
      <p:sp>
        <p:nvSpPr>
          <p:cNvPr id="11" name="">
            <a:extLst xmlns:a="http://schemas.openxmlformats.org/drawingml/2006/main">
              <a:ext uri="{FF2B5EF4-FFF2-40B4-BE49-F238E27FC236}">
                <a16:creationId xmlns:a16="http://schemas.microsoft.com/office/drawing/2014/main" id="{4DA00331-6C66-4F2D-8E8A-D9D619BF9B4A}"/>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44C1C7-6099-4AF4-8B04-54744F711DE7}"/>
              </a:ext>
            </a:extLst>
          </p:cNvPr>
          <p:cNvSpPr>
            <a:spLocks xmlns:a="http://schemas.openxmlformats.org/drawingml/2006/main" noGrp="1"/>
          </p:cNvSpPr>
          <p:nvPr/>
        </p:nvSpPr>
        <p:spPr>
          <a:xfrm xmlns:a="http://schemas.openxmlformats.org/drawingml/2006/main">
            <a:off x="8580834"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3959077-8E5B-4E16-BC89-E8FE1A000796}"/>
              </a:ext>
            </a:extLst>
          </p:cNvPr>
          <p:cNvSpPr>
            <a:spLocks xmlns:a="http://schemas.openxmlformats.org/drawingml/2006/main" noGrp="1"/>
          </p:cNvSpPr>
          <p:nvPr/>
        </p:nvSpPr>
        <p:spPr>
          <a:xfrm xmlns:a="http://schemas.openxmlformats.org/drawingml/2006/main">
            <a:off x="8660606"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5DC0B4-025F-460B-B142-FF9702CB2949}"/>
              </a:ext>
            </a:extLst>
          </p:cNvPr>
          <p:cNvSpPr>
            <a:spLocks xmlns:a="http://schemas.openxmlformats.org/drawingml/2006/main" noGrp="1"/>
          </p:cNvSpPr>
          <p:nvPr/>
        </p:nvSpPr>
        <p:spPr>
          <a:xfrm xmlns:a="http://schemas.openxmlformats.org/drawingml/2006/main">
            <a:off x="9139238"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C4DA59-9A31-4736-868D-6C780F2593FA}"/>
              </a:ext>
            </a:extLst>
          </p:cNvPr>
          <p:cNvSpPr>
            <a:spLocks xmlns:a="http://schemas.openxmlformats.org/drawingml/2006/main" noGrp="1"/>
          </p:cNvSpPr>
          <p:nvPr/>
        </p:nvSpPr>
        <p:spPr>
          <a:xfrm xmlns:a="http://schemas.openxmlformats.org/drawingml/2006/main">
            <a:off x="9219009"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487908-741D-4998-8035-E9F82D61C3B3}"/>
              </a:ext>
            </a:extLst>
          </p:cNvPr>
          <p:cNvSpPr>
            <a:spLocks xmlns:a="http://schemas.openxmlformats.org/drawingml/2006/main" noGrp="1"/>
          </p:cNvSpPr>
          <p:nvPr/>
        </p:nvSpPr>
        <p:spPr>
          <a:xfrm xmlns:a="http://schemas.openxmlformats.org/drawingml/2006/main">
            <a:off x="9697641"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24A6D3-E139-43AD-A4E1-F67FC640865F}"/>
              </a:ext>
            </a:extLst>
          </p:cNvPr>
          <p:cNvSpPr>
            <a:spLocks xmlns:a="http://schemas.openxmlformats.org/drawingml/2006/main" noGrp="1"/>
          </p:cNvSpPr>
          <p:nvPr/>
        </p:nvSpPr>
        <p:spPr>
          <a:xfrm xmlns:a="http://schemas.openxmlformats.org/drawingml/2006/main">
            <a:off x="9777413"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53B5FB3-5521-4194-9963-B3114D10A212}"/>
              </a:ext>
            </a:extLst>
          </p:cNvPr>
          <p:cNvSpPr>
            <a:spLocks xmlns:a="http://schemas.openxmlformats.org/drawingml/2006/main" noGrp="1"/>
          </p:cNvSpPr>
          <p:nvPr/>
        </p:nvSpPr>
        <p:spPr>
          <a:xfrm xmlns:a="http://schemas.openxmlformats.org/drawingml/2006/main">
            <a:off x="10256044"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782441-DE47-46E2-8D8F-7D79C157D2C0}"/>
              </a:ext>
            </a:extLst>
          </p:cNvPr>
          <p:cNvSpPr>
            <a:spLocks xmlns:a="http://schemas.openxmlformats.org/drawingml/2006/main" noGrp="1"/>
          </p:cNvSpPr>
          <p:nvPr/>
        </p:nvSpPr>
        <p:spPr>
          <a:xfrm xmlns:a="http://schemas.openxmlformats.org/drawingml/2006/main">
            <a:off x="10335816"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BEE598D-B62B-4D9F-BA86-A7DA7A7E811E}"/>
              </a:ext>
            </a:extLst>
          </p:cNvPr>
          <p:cNvSpPr>
            <a:spLocks xmlns:a="http://schemas.openxmlformats.org/drawingml/2006/main" noGrp="1"/>
          </p:cNvSpPr>
          <p:nvPr/>
        </p:nvSpPr>
        <p:spPr>
          <a:xfrm xmlns:a="http://schemas.openxmlformats.org/drawingml/2006/main">
            <a:off x="10814447"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41D695-BA34-4F1A-AD9A-7B1EFA066988}"/>
              </a:ext>
            </a:extLst>
          </p:cNvPr>
          <p:cNvSpPr>
            <a:spLocks xmlns:a="http://schemas.openxmlformats.org/drawingml/2006/main" noGrp="1"/>
          </p:cNvSpPr>
          <p:nvPr/>
        </p:nvSpPr>
        <p:spPr>
          <a:xfrm xmlns:a="http://schemas.openxmlformats.org/drawingml/2006/main">
            <a:off x="10894219" y="21812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7F22F86-D162-4558-AC3E-99996F732A53}"/>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D23747B-218C-4AF0-BD4A-124481CD995D}"/>
              </a:ext>
            </a:extLst>
          </p:cNvPr>
          <p:cNvSpPr>
            <a:spLocks xmlns:a="http://schemas.openxmlformats.org/drawingml/2006/main" noGrp="1"/>
          </p:cNvSpPr>
          <p:nvPr/>
        </p:nvSpPr>
        <p:spPr>
          <a:xfrm xmlns:a="http://schemas.openxmlformats.org/drawingml/2006/main">
            <a:off x="874037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1DD5B0C-511D-4F70-AE7E-2DF153F36893}"/>
              </a:ext>
            </a:extLst>
          </p:cNvPr>
          <p:cNvSpPr>
            <a:spLocks xmlns:a="http://schemas.openxmlformats.org/drawingml/2006/main" noGrp="1"/>
          </p:cNvSpPr>
          <p:nvPr/>
        </p:nvSpPr>
        <p:spPr>
          <a:xfrm xmlns:a="http://schemas.openxmlformats.org/drawingml/2006/main">
            <a:off x="9298781"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CDF42C1-AC61-4AF4-99EF-35EDF706DE85}"/>
              </a:ext>
            </a:extLst>
          </p:cNvPr>
          <p:cNvSpPr>
            <a:spLocks xmlns:a="http://schemas.openxmlformats.org/drawingml/2006/main" noGrp="1"/>
          </p:cNvSpPr>
          <p:nvPr/>
        </p:nvSpPr>
        <p:spPr>
          <a:xfrm xmlns:a="http://schemas.openxmlformats.org/drawingml/2006/main">
            <a:off x="9857184"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3A61A32-E6A3-4A43-B33F-8DE2813C1450}"/>
              </a:ext>
            </a:extLst>
          </p:cNvPr>
          <p:cNvSpPr>
            <a:spLocks xmlns:a="http://schemas.openxmlformats.org/drawingml/2006/main" noGrp="1"/>
          </p:cNvSpPr>
          <p:nvPr/>
        </p:nvSpPr>
        <p:spPr>
          <a:xfrm xmlns:a="http://schemas.openxmlformats.org/drawingml/2006/main">
            <a:off x="1041558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52CA387-27A0-4E91-8950-1FAE01D490D9}"/>
              </a:ext>
            </a:extLst>
          </p:cNvPr>
          <p:cNvSpPr>
            <a:spLocks xmlns:a="http://schemas.openxmlformats.org/drawingml/2006/main" noGrp="1"/>
          </p:cNvSpPr>
          <p:nvPr/>
        </p:nvSpPr>
        <p:spPr>
          <a:xfrm xmlns:a="http://schemas.openxmlformats.org/drawingml/2006/main">
            <a:off x="10973991"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B6548BC-F002-42B5-A3A3-29464DA1D40E}"/>
              </a:ext>
            </a:extLst>
          </p:cNvPr>
          <p:cNvSpPr>
            <a:spLocks xmlns:a="http://schemas.openxmlformats.org/drawingml/2006/main" noGrp="1"/>
          </p:cNvSpPr>
          <p:nvPr/>
        </p:nvSpPr>
        <p:spPr>
          <a:xfrm xmlns:a="http://schemas.openxmlformats.org/drawingml/2006/main">
            <a:off x="8181975" y="2352675"/>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BE6C75E-936C-4F25-8E77-8CDAA5D44BB9}"/>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2FF67B1-24F8-4F63-A061-DE23A59C19BB}"/>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90B6684-BBB4-42A8-A052-02ED71726371}"/>
              </a:ext>
            </a:extLst>
          </p:cNvPr>
          <p:cNvSpPr>
            <a:spLocks xmlns:a="http://schemas.openxmlformats.org/drawingml/2006/main" noGrp="1"/>
          </p:cNvSpPr>
          <p:nvPr/>
        </p:nvSpPr>
        <p:spPr>
          <a:xfrm xmlns:a="http://schemas.openxmlformats.org/drawingml/2006/main">
            <a:off x="8580834"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869DD3F-57D9-4B13-9465-C8951B2C8492}"/>
              </a:ext>
            </a:extLst>
          </p:cNvPr>
          <p:cNvSpPr>
            <a:spLocks xmlns:a="http://schemas.openxmlformats.org/drawingml/2006/main" noGrp="1"/>
          </p:cNvSpPr>
          <p:nvPr/>
        </p:nvSpPr>
        <p:spPr>
          <a:xfrm xmlns:a="http://schemas.openxmlformats.org/drawingml/2006/main">
            <a:off x="8660606"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C71E5C7-D5E3-4790-A7F4-D7C4284306E4}"/>
              </a:ext>
            </a:extLst>
          </p:cNvPr>
          <p:cNvSpPr>
            <a:spLocks xmlns:a="http://schemas.openxmlformats.org/drawingml/2006/main" noGrp="1"/>
          </p:cNvSpPr>
          <p:nvPr/>
        </p:nvSpPr>
        <p:spPr>
          <a:xfrm xmlns:a="http://schemas.openxmlformats.org/drawingml/2006/main">
            <a:off x="9139238"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D3C6BBC-A9D2-42D8-9B10-AE57B3E141EF}"/>
              </a:ext>
            </a:extLst>
          </p:cNvPr>
          <p:cNvSpPr>
            <a:spLocks xmlns:a="http://schemas.openxmlformats.org/drawingml/2006/main" noGrp="1"/>
          </p:cNvSpPr>
          <p:nvPr/>
        </p:nvSpPr>
        <p:spPr>
          <a:xfrm xmlns:a="http://schemas.openxmlformats.org/drawingml/2006/main">
            <a:off x="9219009"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E3F8167-6BB4-4457-A816-213E4916E4F3}"/>
              </a:ext>
            </a:extLst>
          </p:cNvPr>
          <p:cNvSpPr>
            <a:spLocks xmlns:a="http://schemas.openxmlformats.org/drawingml/2006/main" noGrp="1"/>
          </p:cNvSpPr>
          <p:nvPr/>
        </p:nvSpPr>
        <p:spPr>
          <a:xfrm xmlns:a="http://schemas.openxmlformats.org/drawingml/2006/main">
            <a:off x="9697641"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FA64C77-4E7E-4F60-93AA-809A6BA3462F}"/>
              </a:ext>
            </a:extLst>
          </p:cNvPr>
          <p:cNvSpPr>
            <a:spLocks xmlns:a="http://schemas.openxmlformats.org/drawingml/2006/main" noGrp="1"/>
          </p:cNvSpPr>
          <p:nvPr/>
        </p:nvSpPr>
        <p:spPr>
          <a:xfrm xmlns:a="http://schemas.openxmlformats.org/drawingml/2006/main">
            <a:off x="9777413"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AB81349-BDE3-422B-80F6-BE00C12D82C7}"/>
              </a:ext>
            </a:extLst>
          </p:cNvPr>
          <p:cNvSpPr>
            <a:spLocks xmlns:a="http://schemas.openxmlformats.org/drawingml/2006/main" noGrp="1"/>
          </p:cNvSpPr>
          <p:nvPr/>
        </p:nvSpPr>
        <p:spPr>
          <a:xfrm xmlns:a="http://schemas.openxmlformats.org/drawingml/2006/main">
            <a:off x="10256044"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2B9F5A4-47F8-4FE6-BB05-EB07248E2FB2}"/>
              </a:ext>
            </a:extLst>
          </p:cNvPr>
          <p:cNvSpPr>
            <a:spLocks xmlns:a="http://schemas.openxmlformats.org/drawingml/2006/main" noGrp="1"/>
          </p:cNvSpPr>
          <p:nvPr/>
        </p:nvSpPr>
        <p:spPr>
          <a:xfrm xmlns:a="http://schemas.openxmlformats.org/drawingml/2006/main">
            <a:off x="10335816"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4804AC4-77A0-49EF-B4E1-1A1A6D72B250}"/>
              </a:ext>
            </a:extLst>
          </p:cNvPr>
          <p:cNvSpPr>
            <a:spLocks xmlns:a="http://schemas.openxmlformats.org/drawingml/2006/main" noGrp="1"/>
          </p:cNvSpPr>
          <p:nvPr/>
        </p:nvSpPr>
        <p:spPr>
          <a:xfrm xmlns:a="http://schemas.openxmlformats.org/drawingml/2006/main">
            <a:off x="10814447"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74F6E03-A3AF-4A80-9B69-C016E1313328}"/>
              </a:ext>
            </a:extLst>
          </p:cNvPr>
          <p:cNvSpPr>
            <a:spLocks xmlns:a="http://schemas.openxmlformats.org/drawingml/2006/main" noGrp="1"/>
          </p:cNvSpPr>
          <p:nvPr/>
        </p:nvSpPr>
        <p:spPr>
          <a:xfrm xmlns:a="http://schemas.openxmlformats.org/drawingml/2006/main">
            <a:off x="10894219" y="27241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A8B6F66-AB31-4BC4-8FA3-777472713B2D}"/>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618DB74-A927-4778-872D-A8CC8DBDCA99}"/>
              </a:ext>
            </a:extLst>
          </p:cNvPr>
          <p:cNvSpPr>
            <a:spLocks xmlns:a="http://schemas.openxmlformats.org/drawingml/2006/main" noGrp="1"/>
          </p:cNvSpPr>
          <p:nvPr/>
        </p:nvSpPr>
        <p:spPr>
          <a:xfrm xmlns:a="http://schemas.openxmlformats.org/drawingml/2006/main">
            <a:off x="874037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4D7B041-A014-4289-B4E5-0717DE2AB83C}"/>
              </a:ext>
            </a:extLst>
          </p:cNvPr>
          <p:cNvSpPr>
            <a:spLocks xmlns:a="http://schemas.openxmlformats.org/drawingml/2006/main" noGrp="1"/>
          </p:cNvSpPr>
          <p:nvPr/>
        </p:nvSpPr>
        <p:spPr>
          <a:xfrm xmlns:a="http://schemas.openxmlformats.org/drawingml/2006/main">
            <a:off x="9298781"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43C497B-35E8-4D83-B294-B4F1DEF684D6}"/>
              </a:ext>
            </a:extLst>
          </p:cNvPr>
          <p:cNvSpPr>
            <a:spLocks xmlns:a="http://schemas.openxmlformats.org/drawingml/2006/main" noGrp="1"/>
          </p:cNvSpPr>
          <p:nvPr/>
        </p:nvSpPr>
        <p:spPr>
          <a:xfrm xmlns:a="http://schemas.openxmlformats.org/drawingml/2006/main">
            <a:off x="9857184"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85F5376-2615-46CF-B5B0-411165D205B1}"/>
              </a:ext>
            </a:extLst>
          </p:cNvPr>
          <p:cNvSpPr>
            <a:spLocks xmlns:a="http://schemas.openxmlformats.org/drawingml/2006/main" noGrp="1"/>
          </p:cNvSpPr>
          <p:nvPr/>
        </p:nvSpPr>
        <p:spPr>
          <a:xfrm xmlns:a="http://schemas.openxmlformats.org/drawingml/2006/main">
            <a:off x="1041558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54907EE-CD14-47D1-8AA0-B68091E53105}"/>
              </a:ext>
            </a:extLst>
          </p:cNvPr>
          <p:cNvSpPr>
            <a:spLocks xmlns:a="http://schemas.openxmlformats.org/drawingml/2006/main" noGrp="1"/>
          </p:cNvSpPr>
          <p:nvPr/>
        </p:nvSpPr>
        <p:spPr>
          <a:xfrm xmlns:a="http://schemas.openxmlformats.org/drawingml/2006/main">
            <a:off x="10973991"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0753BD0-0BB2-4065-A41F-1A3DD5C74A0B}"/>
              </a:ext>
            </a:extLst>
          </p:cNvPr>
          <p:cNvSpPr>
            <a:spLocks xmlns:a="http://schemas.openxmlformats.org/drawingml/2006/main" noGrp="1"/>
          </p:cNvSpPr>
          <p:nvPr/>
        </p:nvSpPr>
        <p:spPr>
          <a:xfrm xmlns:a="http://schemas.openxmlformats.org/drawingml/2006/main">
            <a:off x="8740378" y="2895600"/>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6CE50E3-203A-4B0F-82BA-B604F5A08D29}"/>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5E20819-CEDD-4E0F-AA38-7C79AA74C314}"/>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151B116A-C31D-46EB-8C99-EB799AC81D0E}"/>
              </a:ext>
            </a:extLst>
          </p:cNvPr>
          <p:cNvSpPr>
            <a:spLocks xmlns:a="http://schemas.openxmlformats.org/drawingml/2006/main" noGrp="1"/>
          </p:cNvSpPr>
          <p:nvPr/>
        </p:nvSpPr>
        <p:spPr>
          <a:xfrm xmlns:a="http://schemas.openxmlformats.org/drawingml/2006/main">
            <a:off x="8580834"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11BCF66-C69D-41C0-8910-44F05221CE70}"/>
              </a:ext>
            </a:extLst>
          </p:cNvPr>
          <p:cNvSpPr>
            <a:spLocks xmlns:a="http://schemas.openxmlformats.org/drawingml/2006/main" noGrp="1"/>
          </p:cNvSpPr>
          <p:nvPr/>
        </p:nvSpPr>
        <p:spPr>
          <a:xfrm xmlns:a="http://schemas.openxmlformats.org/drawingml/2006/main">
            <a:off x="8660606"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8E07405-53DB-4E15-B747-CE77F0BC75B2}"/>
              </a:ext>
            </a:extLst>
          </p:cNvPr>
          <p:cNvSpPr>
            <a:spLocks xmlns:a="http://schemas.openxmlformats.org/drawingml/2006/main" noGrp="1"/>
          </p:cNvSpPr>
          <p:nvPr/>
        </p:nvSpPr>
        <p:spPr>
          <a:xfrm xmlns:a="http://schemas.openxmlformats.org/drawingml/2006/main">
            <a:off x="9139238"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FE6A6BD-02E3-4134-B162-96323C90F430}"/>
              </a:ext>
            </a:extLst>
          </p:cNvPr>
          <p:cNvSpPr>
            <a:spLocks xmlns:a="http://schemas.openxmlformats.org/drawingml/2006/main" noGrp="1"/>
          </p:cNvSpPr>
          <p:nvPr/>
        </p:nvSpPr>
        <p:spPr>
          <a:xfrm xmlns:a="http://schemas.openxmlformats.org/drawingml/2006/main">
            <a:off x="9219009"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97FDFEE8-3B03-4618-B065-67C3DDF04545}"/>
              </a:ext>
            </a:extLst>
          </p:cNvPr>
          <p:cNvSpPr>
            <a:spLocks xmlns:a="http://schemas.openxmlformats.org/drawingml/2006/main" noGrp="1"/>
          </p:cNvSpPr>
          <p:nvPr/>
        </p:nvSpPr>
        <p:spPr>
          <a:xfrm xmlns:a="http://schemas.openxmlformats.org/drawingml/2006/main">
            <a:off x="9697641"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9F1A0DE5-BB06-4FFC-BCBF-AC72596D45FF}"/>
              </a:ext>
            </a:extLst>
          </p:cNvPr>
          <p:cNvSpPr>
            <a:spLocks xmlns:a="http://schemas.openxmlformats.org/drawingml/2006/main" noGrp="1"/>
          </p:cNvSpPr>
          <p:nvPr/>
        </p:nvSpPr>
        <p:spPr>
          <a:xfrm xmlns:a="http://schemas.openxmlformats.org/drawingml/2006/main">
            <a:off x="9777413"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502E715-81AD-4BB4-A56E-30135E61B131}"/>
              </a:ext>
            </a:extLst>
          </p:cNvPr>
          <p:cNvSpPr>
            <a:spLocks xmlns:a="http://schemas.openxmlformats.org/drawingml/2006/main" noGrp="1"/>
          </p:cNvSpPr>
          <p:nvPr/>
        </p:nvSpPr>
        <p:spPr>
          <a:xfrm xmlns:a="http://schemas.openxmlformats.org/drawingml/2006/main">
            <a:off x="10256044"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78D46B6-4E3E-45FD-BE72-10AC229CAE1C}"/>
              </a:ext>
            </a:extLst>
          </p:cNvPr>
          <p:cNvSpPr>
            <a:spLocks xmlns:a="http://schemas.openxmlformats.org/drawingml/2006/main" noGrp="1"/>
          </p:cNvSpPr>
          <p:nvPr/>
        </p:nvSpPr>
        <p:spPr>
          <a:xfrm xmlns:a="http://schemas.openxmlformats.org/drawingml/2006/main">
            <a:off x="10335816"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36E7BFF-4FA1-4ECF-8CE0-01491DFC126D}"/>
              </a:ext>
            </a:extLst>
          </p:cNvPr>
          <p:cNvSpPr>
            <a:spLocks xmlns:a="http://schemas.openxmlformats.org/drawingml/2006/main" noGrp="1"/>
          </p:cNvSpPr>
          <p:nvPr/>
        </p:nvSpPr>
        <p:spPr>
          <a:xfrm xmlns:a="http://schemas.openxmlformats.org/drawingml/2006/main">
            <a:off x="10814447"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E3C2119F-CE17-4346-975B-4902DA09ADE8}"/>
              </a:ext>
            </a:extLst>
          </p:cNvPr>
          <p:cNvSpPr>
            <a:spLocks xmlns:a="http://schemas.openxmlformats.org/drawingml/2006/main" noGrp="1"/>
          </p:cNvSpPr>
          <p:nvPr/>
        </p:nvSpPr>
        <p:spPr>
          <a:xfrm xmlns:a="http://schemas.openxmlformats.org/drawingml/2006/main">
            <a:off x="10894219" y="32670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F22FA2D1-0A45-4364-8436-A4B3323B412F}"/>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77ADFEF-BED7-421C-BC3C-5983EC55D66A}"/>
              </a:ext>
            </a:extLst>
          </p:cNvPr>
          <p:cNvSpPr>
            <a:spLocks xmlns:a="http://schemas.openxmlformats.org/drawingml/2006/main" noGrp="1"/>
          </p:cNvSpPr>
          <p:nvPr/>
        </p:nvSpPr>
        <p:spPr>
          <a:xfrm xmlns:a="http://schemas.openxmlformats.org/drawingml/2006/main">
            <a:off x="874037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8FB29F66-DA5C-4369-95E0-DB3777B04119}"/>
              </a:ext>
            </a:extLst>
          </p:cNvPr>
          <p:cNvSpPr>
            <a:spLocks xmlns:a="http://schemas.openxmlformats.org/drawingml/2006/main" noGrp="1"/>
          </p:cNvSpPr>
          <p:nvPr/>
        </p:nvSpPr>
        <p:spPr>
          <a:xfrm xmlns:a="http://schemas.openxmlformats.org/drawingml/2006/main">
            <a:off x="9298781"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4E179C5A-FB11-4CE4-A846-4EEE03CF86CD}"/>
              </a:ext>
            </a:extLst>
          </p:cNvPr>
          <p:cNvSpPr>
            <a:spLocks xmlns:a="http://schemas.openxmlformats.org/drawingml/2006/main" noGrp="1"/>
          </p:cNvSpPr>
          <p:nvPr/>
        </p:nvSpPr>
        <p:spPr>
          <a:xfrm xmlns:a="http://schemas.openxmlformats.org/drawingml/2006/main">
            <a:off x="9857184"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BAAC49B5-1650-4141-B097-540A54A56DB1}"/>
              </a:ext>
            </a:extLst>
          </p:cNvPr>
          <p:cNvSpPr>
            <a:spLocks xmlns:a="http://schemas.openxmlformats.org/drawingml/2006/main" noGrp="1"/>
          </p:cNvSpPr>
          <p:nvPr/>
        </p:nvSpPr>
        <p:spPr>
          <a:xfrm xmlns:a="http://schemas.openxmlformats.org/drawingml/2006/main">
            <a:off x="1041558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B7D77E1-CE36-4C01-A3D9-4C0090A9F4AE}"/>
              </a:ext>
            </a:extLst>
          </p:cNvPr>
          <p:cNvSpPr>
            <a:spLocks xmlns:a="http://schemas.openxmlformats.org/drawingml/2006/main" noGrp="1"/>
          </p:cNvSpPr>
          <p:nvPr/>
        </p:nvSpPr>
        <p:spPr>
          <a:xfrm xmlns:a="http://schemas.openxmlformats.org/drawingml/2006/main">
            <a:off x="10973991"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E0D139C5-1D3D-4D85-8373-E7D6F1324370}"/>
              </a:ext>
            </a:extLst>
          </p:cNvPr>
          <p:cNvSpPr>
            <a:spLocks xmlns:a="http://schemas.openxmlformats.org/drawingml/2006/main" noGrp="1"/>
          </p:cNvSpPr>
          <p:nvPr/>
        </p:nvSpPr>
        <p:spPr>
          <a:xfrm xmlns:a="http://schemas.openxmlformats.org/drawingml/2006/main">
            <a:off x="9298781" y="3438525"/>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469728C7-A48D-46BC-9CCA-C748B6F10F7A}"/>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D5B21ACE-2B04-4041-82EE-11486A0B8889}"/>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EB05BC03-CB22-49DA-9797-9C25E86C9777}"/>
              </a:ext>
            </a:extLst>
          </p:cNvPr>
          <p:cNvSpPr>
            <a:spLocks xmlns:a="http://schemas.openxmlformats.org/drawingml/2006/main" noGrp="1"/>
          </p:cNvSpPr>
          <p:nvPr/>
        </p:nvSpPr>
        <p:spPr>
          <a:xfrm xmlns:a="http://schemas.openxmlformats.org/drawingml/2006/main">
            <a:off x="8580834"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FC233D7-9C8B-44E4-862E-27AED8CBCBEB}"/>
              </a:ext>
            </a:extLst>
          </p:cNvPr>
          <p:cNvSpPr>
            <a:spLocks xmlns:a="http://schemas.openxmlformats.org/drawingml/2006/main" noGrp="1"/>
          </p:cNvSpPr>
          <p:nvPr/>
        </p:nvSpPr>
        <p:spPr>
          <a:xfrm xmlns:a="http://schemas.openxmlformats.org/drawingml/2006/main">
            <a:off x="8660606"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66A4E29A-8EF4-46C1-9EB7-CD244A810BD3}"/>
              </a:ext>
            </a:extLst>
          </p:cNvPr>
          <p:cNvSpPr>
            <a:spLocks xmlns:a="http://schemas.openxmlformats.org/drawingml/2006/main" noGrp="1"/>
          </p:cNvSpPr>
          <p:nvPr/>
        </p:nvSpPr>
        <p:spPr>
          <a:xfrm xmlns:a="http://schemas.openxmlformats.org/drawingml/2006/main">
            <a:off x="9139238"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1325D88B-C2A2-4736-8314-FA240735DA8A}"/>
              </a:ext>
            </a:extLst>
          </p:cNvPr>
          <p:cNvSpPr>
            <a:spLocks xmlns:a="http://schemas.openxmlformats.org/drawingml/2006/main" noGrp="1"/>
          </p:cNvSpPr>
          <p:nvPr/>
        </p:nvSpPr>
        <p:spPr>
          <a:xfrm xmlns:a="http://schemas.openxmlformats.org/drawingml/2006/main">
            <a:off x="9219009"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24C1054D-F749-48CB-BD18-3FB4F6B91C2B}"/>
              </a:ext>
            </a:extLst>
          </p:cNvPr>
          <p:cNvSpPr>
            <a:spLocks xmlns:a="http://schemas.openxmlformats.org/drawingml/2006/main" noGrp="1"/>
          </p:cNvSpPr>
          <p:nvPr/>
        </p:nvSpPr>
        <p:spPr>
          <a:xfrm xmlns:a="http://schemas.openxmlformats.org/drawingml/2006/main">
            <a:off x="9697641"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D19C7330-AAA7-4B38-BBC4-F71E05D04F40}"/>
              </a:ext>
            </a:extLst>
          </p:cNvPr>
          <p:cNvSpPr>
            <a:spLocks xmlns:a="http://schemas.openxmlformats.org/drawingml/2006/main" noGrp="1"/>
          </p:cNvSpPr>
          <p:nvPr/>
        </p:nvSpPr>
        <p:spPr>
          <a:xfrm xmlns:a="http://schemas.openxmlformats.org/drawingml/2006/main">
            <a:off x="9777413"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6AD40A7D-A7F8-4D12-B4D4-01E40CAA84B6}"/>
              </a:ext>
            </a:extLst>
          </p:cNvPr>
          <p:cNvSpPr>
            <a:spLocks xmlns:a="http://schemas.openxmlformats.org/drawingml/2006/main" noGrp="1"/>
          </p:cNvSpPr>
          <p:nvPr/>
        </p:nvSpPr>
        <p:spPr>
          <a:xfrm xmlns:a="http://schemas.openxmlformats.org/drawingml/2006/main">
            <a:off x="10256044"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0562A989-627C-4D3B-BE3A-60A178511ACE}"/>
              </a:ext>
            </a:extLst>
          </p:cNvPr>
          <p:cNvSpPr>
            <a:spLocks xmlns:a="http://schemas.openxmlformats.org/drawingml/2006/main" noGrp="1"/>
          </p:cNvSpPr>
          <p:nvPr/>
        </p:nvSpPr>
        <p:spPr>
          <a:xfrm xmlns:a="http://schemas.openxmlformats.org/drawingml/2006/main">
            <a:off x="10335816"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98108FBD-DB6A-4078-BBA0-AF40D13249F8}"/>
              </a:ext>
            </a:extLst>
          </p:cNvPr>
          <p:cNvSpPr>
            <a:spLocks xmlns:a="http://schemas.openxmlformats.org/drawingml/2006/main" noGrp="1"/>
          </p:cNvSpPr>
          <p:nvPr/>
        </p:nvSpPr>
        <p:spPr>
          <a:xfrm xmlns:a="http://schemas.openxmlformats.org/drawingml/2006/main">
            <a:off x="10814447"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7F23F522-DC95-4F91-BC3D-4DF5CE29E87C}"/>
              </a:ext>
            </a:extLst>
          </p:cNvPr>
          <p:cNvSpPr>
            <a:spLocks xmlns:a="http://schemas.openxmlformats.org/drawingml/2006/main" noGrp="1"/>
          </p:cNvSpPr>
          <p:nvPr/>
        </p:nvSpPr>
        <p:spPr>
          <a:xfrm xmlns:a="http://schemas.openxmlformats.org/drawingml/2006/main">
            <a:off x="10894219" y="381000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EBDA0BA6-AB8F-45EB-BCD6-F961180ED5A8}"/>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8FB80596-812E-45C6-9DA0-2E732B5297A7}"/>
              </a:ext>
            </a:extLst>
          </p:cNvPr>
          <p:cNvSpPr>
            <a:spLocks xmlns:a="http://schemas.openxmlformats.org/drawingml/2006/main" noGrp="1"/>
          </p:cNvSpPr>
          <p:nvPr/>
        </p:nvSpPr>
        <p:spPr>
          <a:xfrm xmlns:a="http://schemas.openxmlformats.org/drawingml/2006/main">
            <a:off x="874037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EFBF25DF-121C-4517-88D3-0C83E7CE6CB5}"/>
              </a:ext>
            </a:extLst>
          </p:cNvPr>
          <p:cNvSpPr>
            <a:spLocks xmlns:a="http://schemas.openxmlformats.org/drawingml/2006/main" noGrp="1"/>
          </p:cNvSpPr>
          <p:nvPr/>
        </p:nvSpPr>
        <p:spPr>
          <a:xfrm xmlns:a="http://schemas.openxmlformats.org/drawingml/2006/main">
            <a:off x="9298781"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45C0993D-8A0B-43A6-B5E3-18794111DC01}"/>
              </a:ext>
            </a:extLst>
          </p:cNvPr>
          <p:cNvSpPr>
            <a:spLocks xmlns:a="http://schemas.openxmlformats.org/drawingml/2006/main" noGrp="1"/>
          </p:cNvSpPr>
          <p:nvPr/>
        </p:nvSpPr>
        <p:spPr>
          <a:xfrm xmlns:a="http://schemas.openxmlformats.org/drawingml/2006/main">
            <a:off x="9857184"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17D83A41-7407-4DFB-A2AD-1F506B91DC3B}"/>
              </a:ext>
            </a:extLst>
          </p:cNvPr>
          <p:cNvSpPr>
            <a:spLocks xmlns:a="http://schemas.openxmlformats.org/drawingml/2006/main" noGrp="1"/>
          </p:cNvSpPr>
          <p:nvPr/>
        </p:nvSpPr>
        <p:spPr>
          <a:xfrm xmlns:a="http://schemas.openxmlformats.org/drawingml/2006/main">
            <a:off x="1041558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4BF3FF6C-5915-4E20-B198-FC904E1D4697}"/>
              </a:ext>
            </a:extLst>
          </p:cNvPr>
          <p:cNvSpPr>
            <a:spLocks xmlns:a="http://schemas.openxmlformats.org/drawingml/2006/main" noGrp="1"/>
          </p:cNvSpPr>
          <p:nvPr/>
        </p:nvSpPr>
        <p:spPr>
          <a:xfrm xmlns:a="http://schemas.openxmlformats.org/drawingml/2006/main">
            <a:off x="10973991"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AA0EB595-72A9-4CA7-9361-EDFB13D11BDB}"/>
              </a:ext>
            </a:extLst>
          </p:cNvPr>
          <p:cNvSpPr>
            <a:spLocks xmlns:a="http://schemas.openxmlformats.org/drawingml/2006/main" noGrp="1"/>
          </p:cNvSpPr>
          <p:nvPr/>
        </p:nvSpPr>
        <p:spPr>
          <a:xfrm xmlns:a="http://schemas.openxmlformats.org/drawingml/2006/main">
            <a:off x="9857184" y="3981450"/>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1EECB82A-1538-4E8D-8439-3E4757FA3CC6}"/>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1BFE61C6-30B8-4617-B783-4E0091C71388}"/>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12F18B35-1089-4D76-B1FA-0551A5499BA5}"/>
              </a:ext>
            </a:extLst>
          </p:cNvPr>
          <p:cNvSpPr>
            <a:spLocks xmlns:a="http://schemas.openxmlformats.org/drawingml/2006/main" noGrp="1"/>
          </p:cNvSpPr>
          <p:nvPr/>
        </p:nvSpPr>
        <p:spPr>
          <a:xfrm xmlns:a="http://schemas.openxmlformats.org/drawingml/2006/main">
            <a:off x="8580834"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D6D9E52-237C-4653-8A6E-7C4D8201B779}"/>
              </a:ext>
            </a:extLst>
          </p:cNvPr>
          <p:cNvSpPr>
            <a:spLocks xmlns:a="http://schemas.openxmlformats.org/drawingml/2006/main" noGrp="1"/>
          </p:cNvSpPr>
          <p:nvPr/>
        </p:nvSpPr>
        <p:spPr>
          <a:xfrm xmlns:a="http://schemas.openxmlformats.org/drawingml/2006/main">
            <a:off x="8660606"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824E5069-FDAE-494F-A227-A4E636E8D754}"/>
              </a:ext>
            </a:extLst>
          </p:cNvPr>
          <p:cNvSpPr>
            <a:spLocks xmlns:a="http://schemas.openxmlformats.org/drawingml/2006/main" noGrp="1"/>
          </p:cNvSpPr>
          <p:nvPr/>
        </p:nvSpPr>
        <p:spPr>
          <a:xfrm xmlns:a="http://schemas.openxmlformats.org/drawingml/2006/main">
            <a:off x="9139238"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352D7C1C-5796-4D5E-AFA2-2C1D41F0C619}"/>
              </a:ext>
            </a:extLst>
          </p:cNvPr>
          <p:cNvSpPr>
            <a:spLocks xmlns:a="http://schemas.openxmlformats.org/drawingml/2006/main" noGrp="1"/>
          </p:cNvSpPr>
          <p:nvPr/>
        </p:nvSpPr>
        <p:spPr>
          <a:xfrm xmlns:a="http://schemas.openxmlformats.org/drawingml/2006/main">
            <a:off x="9219009"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846CC5AA-169C-4D54-BAFC-4554D902AC17}"/>
              </a:ext>
            </a:extLst>
          </p:cNvPr>
          <p:cNvSpPr>
            <a:spLocks xmlns:a="http://schemas.openxmlformats.org/drawingml/2006/main" noGrp="1"/>
          </p:cNvSpPr>
          <p:nvPr/>
        </p:nvSpPr>
        <p:spPr>
          <a:xfrm xmlns:a="http://schemas.openxmlformats.org/drawingml/2006/main">
            <a:off x="9697641"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4918A88A-C810-4C4D-9271-11F04A202756}"/>
              </a:ext>
            </a:extLst>
          </p:cNvPr>
          <p:cNvSpPr>
            <a:spLocks xmlns:a="http://schemas.openxmlformats.org/drawingml/2006/main" noGrp="1"/>
          </p:cNvSpPr>
          <p:nvPr/>
        </p:nvSpPr>
        <p:spPr>
          <a:xfrm xmlns:a="http://schemas.openxmlformats.org/drawingml/2006/main">
            <a:off x="9777413"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EA7D9865-6F66-4CB3-8145-ADBDB525BDB4}"/>
              </a:ext>
            </a:extLst>
          </p:cNvPr>
          <p:cNvSpPr>
            <a:spLocks xmlns:a="http://schemas.openxmlformats.org/drawingml/2006/main" noGrp="1"/>
          </p:cNvSpPr>
          <p:nvPr/>
        </p:nvSpPr>
        <p:spPr>
          <a:xfrm xmlns:a="http://schemas.openxmlformats.org/drawingml/2006/main">
            <a:off x="10256044"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3AF2AD7D-94E1-4621-BF0E-903908784C8F}"/>
              </a:ext>
            </a:extLst>
          </p:cNvPr>
          <p:cNvSpPr>
            <a:spLocks xmlns:a="http://schemas.openxmlformats.org/drawingml/2006/main" noGrp="1"/>
          </p:cNvSpPr>
          <p:nvPr/>
        </p:nvSpPr>
        <p:spPr>
          <a:xfrm xmlns:a="http://schemas.openxmlformats.org/drawingml/2006/main">
            <a:off x="10335816"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3A3A9424-55E5-483E-8AC9-628F69C8D3A7}"/>
              </a:ext>
            </a:extLst>
          </p:cNvPr>
          <p:cNvSpPr>
            <a:spLocks xmlns:a="http://schemas.openxmlformats.org/drawingml/2006/main" noGrp="1"/>
          </p:cNvSpPr>
          <p:nvPr/>
        </p:nvSpPr>
        <p:spPr>
          <a:xfrm xmlns:a="http://schemas.openxmlformats.org/drawingml/2006/main">
            <a:off x="10814447"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CE9010BD-833C-4037-9177-42A752FA2CD8}"/>
              </a:ext>
            </a:extLst>
          </p:cNvPr>
          <p:cNvSpPr>
            <a:spLocks xmlns:a="http://schemas.openxmlformats.org/drawingml/2006/main" noGrp="1"/>
          </p:cNvSpPr>
          <p:nvPr/>
        </p:nvSpPr>
        <p:spPr>
          <a:xfrm xmlns:a="http://schemas.openxmlformats.org/drawingml/2006/main">
            <a:off x="10894219" y="435292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71BB0D53-4FA3-4E09-8138-C5F6B49ACF40}"/>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4BA0D898-EB15-4B1F-B3D6-F61C24D356C2}"/>
              </a:ext>
            </a:extLst>
          </p:cNvPr>
          <p:cNvSpPr>
            <a:spLocks xmlns:a="http://schemas.openxmlformats.org/drawingml/2006/main" noGrp="1"/>
          </p:cNvSpPr>
          <p:nvPr/>
        </p:nvSpPr>
        <p:spPr>
          <a:xfrm xmlns:a="http://schemas.openxmlformats.org/drawingml/2006/main">
            <a:off x="874037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39C1DB9D-7258-46C1-8572-AA4702ED4960}"/>
              </a:ext>
            </a:extLst>
          </p:cNvPr>
          <p:cNvSpPr>
            <a:spLocks xmlns:a="http://schemas.openxmlformats.org/drawingml/2006/main" noGrp="1"/>
          </p:cNvSpPr>
          <p:nvPr/>
        </p:nvSpPr>
        <p:spPr>
          <a:xfrm xmlns:a="http://schemas.openxmlformats.org/drawingml/2006/main">
            <a:off x="9298781"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B12DCDE6-99C2-4EF5-8E84-7B5C8260D3E3}"/>
              </a:ext>
            </a:extLst>
          </p:cNvPr>
          <p:cNvSpPr>
            <a:spLocks xmlns:a="http://schemas.openxmlformats.org/drawingml/2006/main" noGrp="1"/>
          </p:cNvSpPr>
          <p:nvPr/>
        </p:nvSpPr>
        <p:spPr>
          <a:xfrm xmlns:a="http://schemas.openxmlformats.org/drawingml/2006/main">
            <a:off x="9857184"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7DC0DAE7-BEC0-4D79-85B3-2A25075EAEA5}"/>
              </a:ext>
            </a:extLst>
          </p:cNvPr>
          <p:cNvSpPr>
            <a:spLocks xmlns:a="http://schemas.openxmlformats.org/drawingml/2006/main" noGrp="1"/>
          </p:cNvSpPr>
          <p:nvPr/>
        </p:nvSpPr>
        <p:spPr>
          <a:xfrm xmlns:a="http://schemas.openxmlformats.org/drawingml/2006/main">
            <a:off x="1041558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53D5DCE5-973B-4380-98D5-0D0E456198AB}"/>
              </a:ext>
            </a:extLst>
          </p:cNvPr>
          <p:cNvSpPr>
            <a:spLocks xmlns:a="http://schemas.openxmlformats.org/drawingml/2006/main" noGrp="1"/>
          </p:cNvSpPr>
          <p:nvPr/>
        </p:nvSpPr>
        <p:spPr>
          <a:xfrm xmlns:a="http://schemas.openxmlformats.org/drawingml/2006/main">
            <a:off x="10973991"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FB0E369C-7C79-43C1-B9D5-8D590388B246}"/>
              </a:ext>
            </a:extLst>
          </p:cNvPr>
          <p:cNvSpPr>
            <a:spLocks xmlns:a="http://schemas.openxmlformats.org/drawingml/2006/main" noGrp="1"/>
          </p:cNvSpPr>
          <p:nvPr/>
        </p:nvSpPr>
        <p:spPr>
          <a:xfrm xmlns:a="http://schemas.openxmlformats.org/drawingml/2006/main">
            <a:off x="10415588" y="4524375"/>
            <a:ext cx="39885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51E6A597-2BD3-411F-A983-DF16556DEE2C}"/>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7E5281E2-3740-4ED7-840B-3C088E827104}"/>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8A5FF214-932A-4665-8518-DE6C3B63FB92}"/>
              </a:ext>
            </a:extLst>
          </p:cNvPr>
          <p:cNvSpPr>
            <a:spLocks xmlns:a="http://schemas.openxmlformats.org/drawingml/2006/main" noGrp="1"/>
          </p:cNvSpPr>
          <p:nvPr/>
        </p:nvSpPr>
        <p:spPr>
          <a:xfrm xmlns:a="http://schemas.openxmlformats.org/drawingml/2006/main">
            <a:off x="8580834"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D33A913E-B59D-47E3-9AD1-BC056B61E5D0}"/>
              </a:ext>
            </a:extLst>
          </p:cNvPr>
          <p:cNvSpPr>
            <a:spLocks xmlns:a="http://schemas.openxmlformats.org/drawingml/2006/main" noGrp="1"/>
          </p:cNvSpPr>
          <p:nvPr/>
        </p:nvSpPr>
        <p:spPr>
          <a:xfrm xmlns:a="http://schemas.openxmlformats.org/drawingml/2006/main">
            <a:off x="8660606"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E884D5BB-9B26-4574-AD78-85FB8F5EA79A}"/>
              </a:ext>
            </a:extLst>
          </p:cNvPr>
          <p:cNvSpPr>
            <a:spLocks xmlns:a="http://schemas.openxmlformats.org/drawingml/2006/main" noGrp="1"/>
          </p:cNvSpPr>
          <p:nvPr/>
        </p:nvSpPr>
        <p:spPr>
          <a:xfrm xmlns:a="http://schemas.openxmlformats.org/drawingml/2006/main">
            <a:off x="9139238"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A349646E-083F-49C1-9338-9EF876FE3D5D}"/>
              </a:ext>
            </a:extLst>
          </p:cNvPr>
          <p:cNvSpPr>
            <a:spLocks xmlns:a="http://schemas.openxmlformats.org/drawingml/2006/main" noGrp="1"/>
          </p:cNvSpPr>
          <p:nvPr/>
        </p:nvSpPr>
        <p:spPr>
          <a:xfrm xmlns:a="http://schemas.openxmlformats.org/drawingml/2006/main">
            <a:off x="9219009"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7710BFF2-F04D-4CA9-91E8-3B317BA33207}"/>
              </a:ext>
            </a:extLst>
          </p:cNvPr>
          <p:cNvSpPr>
            <a:spLocks xmlns:a="http://schemas.openxmlformats.org/drawingml/2006/main" noGrp="1"/>
          </p:cNvSpPr>
          <p:nvPr/>
        </p:nvSpPr>
        <p:spPr>
          <a:xfrm xmlns:a="http://schemas.openxmlformats.org/drawingml/2006/main">
            <a:off x="9697641"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7E5B6C81-2882-46D0-B6DD-9C4A1919C4E3}"/>
              </a:ext>
            </a:extLst>
          </p:cNvPr>
          <p:cNvSpPr>
            <a:spLocks xmlns:a="http://schemas.openxmlformats.org/drawingml/2006/main" noGrp="1"/>
          </p:cNvSpPr>
          <p:nvPr/>
        </p:nvSpPr>
        <p:spPr>
          <a:xfrm xmlns:a="http://schemas.openxmlformats.org/drawingml/2006/main">
            <a:off x="9777413"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5009D447-AF9D-4506-B474-39B1E1A66CA9}"/>
              </a:ext>
            </a:extLst>
          </p:cNvPr>
          <p:cNvSpPr>
            <a:spLocks xmlns:a="http://schemas.openxmlformats.org/drawingml/2006/main" noGrp="1"/>
          </p:cNvSpPr>
          <p:nvPr/>
        </p:nvSpPr>
        <p:spPr>
          <a:xfrm xmlns:a="http://schemas.openxmlformats.org/drawingml/2006/main">
            <a:off x="10256044"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2B6BDAC8-7D7C-4818-8082-393F38206E93}"/>
              </a:ext>
            </a:extLst>
          </p:cNvPr>
          <p:cNvSpPr>
            <a:spLocks xmlns:a="http://schemas.openxmlformats.org/drawingml/2006/main" noGrp="1"/>
          </p:cNvSpPr>
          <p:nvPr/>
        </p:nvSpPr>
        <p:spPr>
          <a:xfrm xmlns:a="http://schemas.openxmlformats.org/drawingml/2006/main">
            <a:off x="10335816"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032C64F6-16BE-475B-AB70-50B82E0FB821}"/>
              </a:ext>
            </a:extLst>
          </p:cNvPr>
          <p:cNvSpPr>
            <a:spLocks xmlns:a="http://schemas.openxmlformats.org/drawingml/2006/main" noGrp="1"/>
          </p:cNvSpPr>
          <p:nvPr/>
        </p:nvSpPr>
        <p:spPr>
          <a:xfrm xmlns:a="http://schemas.openxmlformats.org/drawingml/2006/main">
            <a:off x="10814447"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35A6CADA-B326-4C09-9371-F9F7D70B46CA}"/>
              </a:ext>
            </a:extLst>
          </p:cNvPr>
          <p:cNvSpPr>
            <a:spLocks xmlns:a="http://schemas.openxmlformats.org/drawingml/2006/main" noGrp="1"/>
          </p:cNvSpPr>
          <p:nvPr/>
        </p:nvSpPr>
        <p:spPr>
          <a:xfrm xmlns:a="http://schemas.openxmlformats.org/drawingml/2006/main">
            <a:off x="10894219" y="4895850"/>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7E230699-5BA3-46BD-857A-1F541CC120B5}"/>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1F07EF6A-E151-4CBD-8C51-F12502378D6F}"/>
              </a:ext>
            </a:extLst>
          </p:cNvPr>
          <p:cNvSpPr>
            <a:spLocks xmlns:a="http://schemas.openxmlformats.org/drawingml/2006/main" noGrp="1"/>
          </p:cNvSpPr>
          <p:nvPr/>
        </p:nvSpPr>
        <p:spPr>
          <a:xfrm xmlns:a="http://schemas.openxmlformats.org/drawingml/2006/main">
            <a:off x="874037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20E4521A-997D-4017-91A5-553804DF1E5D}"/>
              </a:ext>
            </a:extLst>
          </p:cNvPr>
          <p:cNvSpPr>
            <a:spLocks xmlns:a="http://schemas.openxmlformats.org/drawingml/2006/main" noGrp="1"/>
          </p:cNvSpPr>
          <p:nvPr/>
        </p:nvSpPr>
        <p:spPr>
          <a:xfrm xmlns:a="http://schemas.openxmlformats.org/drawingml/2006/main">
            <a:off x="9298781"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3F7FB940-9E3C-4F8B-B81F-2D1E2834C104}"/>
              </a:ext>
            </a:extLst>
          </p:cNvPr>
          <p:cNvSpPr>
            <a:spLocks xmlns:a="http://schemas.openxmlformats.org/drawingml/2006/main" noGrp="1"/>
          </p:cNvSpPr>
          <p:nvPr/>
        </p:nvSpPr>
        <p:spPr>
          <a:xfrm xmlns:a="http://schemas.openxmlformats.org/drawingml/2006/main">
            <a:off x="9857184"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16C488C2-9E3F-44E8-B06C-56F5E4C53381}"/>
              </a:ext>
            </a:extLst>
          </p:cNvPr>
          <p:cNvSpPr>
            <a:spLocks xmlns:a="http://schemas.openxmlformats.org/drawingml/2006/main" noGrp="1"/>
          </p:cNvSpPr>
          <p:nvPr/>
        </p:nvSpPr>
        <p:spPr>
          <a:xfrm xmlns:a="http://schemas.openxmlformats.org/drawingml/2006/main">
            <a:off x="1041558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9C4FA203-6AD4-4906-9BB2-2C7CC79640BD}"/>
              </a:ext>
            </a:extLst>
          </p:cNvPr>
          <p:cNvSpPr>
            <a:spLocks xmlns:a="http://schemas.openxmlformats.org/drawingml/2006/main" noGrp="1"/>
          </p:cNvSpPr>
          <p:nvPr/>
        </p:nvSpPr>
        <p:spPr>
          <a:xfrm xmlns:a="http://schemas.openxmlformats.org/drawingml/2006/main">
            <a:off x="10973991"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597FEA06-AE26-4DE4-A720-2BDC697B7D6C}"/>
              </a:ext>
            </a:extLst>
          </p:cNvPr>
          <p:cNvSpPr>
            <a:spLocks xmlns:a="http://schemas.openxmlformats.org/drawingml/2006/main" noGrp="1"/>
          </p:cNvSpPr>
          <p:nvPr/>
        </p:nvSpPr>
        <p:spPr>
          <a:xfrm xmlns:a="http://schemas.openxmlformats.org/drawingml/2006/main">
            <a:off x="10973991" y="5067300"/>
            <a:ext cx="23931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2E1FD3FA-4718-4B1C-A76C-86473B0C74E1}"/>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A442AA6F-DA21-49B5-9F6B-DAD02623F0F5}"/>
              </a:ext>
            </a:extLst>
          </p:cNvPr>
          <p:cNvSpPr>
            <a:spLocks xmlns:a="http://schemas.openxmlformats.org/drawingml/2006/main" noGrp="1"/>
          </p:cNvSpPr>
          <p:nvPr/>
        </p:nvSpPr>
        <p:spPr>
          <a:xfrm xmlns:a="http://schemas.openxmlformats.org/drawingml/2006/main">
            <a:off x="8181975" y="54387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603A38DC-5676-4232-837C-A04085D19874}"/>
              </a:ext>
            </a:extLst>
          </p:cNvPr>
          <p:cNvSpPr>
            <a:spLocks xmlns:a="http://schemas.openxmlformats.org/drawingml/2006/main" noGrp="1"/>
          </p:cNvSpPr>
          <p:nvPr/>
        </p:nvSpPr>
        <p:spPr>
          <a:xfrm xmlns:a="http://schemas.openxmlformats.org/drawingml/2006/main">
            <a:off x="8580834"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E319A3E5-3184-480C-996F-5CFAF2AD97C3}"/>
              </a:ext>
            </a:extLst>
          </p:cNvPr>
          <p:cNvSpPr>
            <a:spLocks xmlns:a="http://schemas.openxmlformats.org/drawingml/2006/main" noGrp="1"/>
          </p:cNvSpPr>
          <p:nvPr/>
        </p:nvSpPr>
        <p:spPr>
          <a:xfrm xmlns:a="http://schemas.openxmlformats.org/drawingml/2006/main">
            <a:off x="8660606"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CF80751E-06DA-454F-89E8-15F2B7350FA6}"/>
              </a:ext>
            </a:extLst>
          </p:cNvPr>
          <p:cNvSpPr>
            <a:spLocks xmlns:a="http://schemas.openxmlformats.org/drawingml/2006/main" noGrp="1"/>
          </p:cNvSpPr>
          <p:nvPr/>
        </p:nvSpPr>
        <p:spPr>
          <a:xfrm xmlns:a="http://schemas.openxmlformats.org/drawingml/2006/main">
            <a:off x="9139238"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A6DB485C-0454-40C6-B3C2-81A8437E317E}"/>
              </a:ext>
            </a:extLst>
          </p:cNvPr>
          <p:cNvSpPr>
            <a:spLocks xmlns:a="http://schemas.openxmlformats.org/drawingml/2006/main" noGrp="1"/>
          </p:cNvSpPr>
          <p:nvPr/>
        </p:nvSpPr>
        <p:spPr>
          <a:xfrm xmlns:a="http://schemas.openxmlformats.org/drawingml/2006/main">
            <a:off x="9219009"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6C69C2BA-2A72-49B4-9C9A-A5A0B36EDF25}"/>
              </a:ext>
            </a:extLst>
          </p:cNvPr>
          <p:cNvSpPr>
            <a:spLocks xmlns:a="http://schemas.openxmlformats.org/drawingml/2006/main" noGrp="1"/>
          </p:cNvSpPr>
          <p:nvPr/>
        </p:nvSpPr>
        <p:spPr>
          <a:xfrm xmlns:a="http://schemas.openxmlformats.org/drawingml/2006/main">
            <a:off x="9697641"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4CF3D432-A43F-48FF-961C-5393CDF905EC}"/>
              </a:ext>
            </a:extLst>
          </p:cNvPr>
          <p:cNvSpPr>
            <a:spLocks xmlns:a="http://schemas.openxmlformats.org/drawingml/2006/main" noGrp="1"/>
          </p:cNvSpPr>
          <p:nvPr/>
        </p:nvSpPr>
        <p:spPr>
          <a:xfrm xmlns:a="http://schemas.openxmlformats.org/drawingml/2006/main">
            <a:off x="9777413"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FE1AFD51-B97C-4B3F-8846-856B26BE014C}"/>
              </a:ext>
            </a:extLst>
          </p:cNvPr>
          <p:cNvSpPr>
            <a:spLocks xmlns:a="http://schemas.openxmlformats.org/drawingml/2006/main" noGrp="1"/>
          </p:cNvSpPr>
          <p:nvPr/>
        </p:nvSpPr>
        <p:spPr>
          <a:xfrm xmlns:a="http://schemas.openxmlformats.org/drawingml/2006/main">
            <a:off x="10256044"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6B6A123F-F116-4761-A950-26E53D3D2D7F}"/>
              </a:ext>
            </a:extLst>
          </p:cNvPr>
          <p:cNvSpPr>
            <a:spLocks xmlns:a="http://schemas.openxmlformats.org/drawingml/2006/main" noGrp="1"/>
          </p:cNvSpPr>
          <p:nvPr/>
        </p:nvSpPr>
        <p:spPr>
          <a:xfrm xmlns:a="http://schemas.openxmlformats.org/drawingml/2006/main">
            <a:off x="10335816"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C0F1D033-CDAD-4119-9CAC-5E9AFD4582FA}"/>
              </a:ext>
            </a:extLst>
          </p:cNvPr>
          <p:cNvSpPr>
            <a:spLocks xmlns:a="http://schemas.openxmlformats.org/drawingml/2006/main" noGrp="1"/>
          </p:cNvSpPr>
          <p:nvPr/>
        </p:nvSpPr>
        <p:spPr>
          <a:xfrm xmlns:a="http://schemas.openxmlformats.org/drawingml/2006/main">
            <a:off x="10814447"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892DF557-BBD0-4D4A-BF70-9AFE46183478}"/>
              </a:ext>
            </a:extLst>
          </p:cNvPr>
          <p:cNvSpPr>
            <a:spLocks xmlns:a="http://schemas.openxmlformats.org/drawingml/2006/main" noGrp="1"/>
          </p:cNvSpPr>
          <p:nvPr/>
        </p:nvSpPr>
        <p:spPr>
          <a:xfrm xmlns:a="http://schemas.openxmlformats.org/drawingml/2006/main">
            <a:off x="10894219" y="5438775"/>
            <a:ext cx="79772"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2EEC46FF-38C1-4D42-8848-0F4BA39AB876}"/>
              </a:ext>
            </a:extLst>
          </p:cNvPr>
          <p:cNvSpPr>
            <a:spLocks xmlns:a="http://schemas.openxmlformats.org/drawingml/2006/main" noGrp="1"/>
          </p:cNvSpPr>
          <p:nvPr/>
        </p:nvSpPr>
        <p:spPr>
          <a:xfrm xmlns:a="http://schemas.openxmlformats.org/drawingml/2006/main">
            <a:off x="8181975"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13136266-7A1D-497F-9CB9-0DD56B80C04D}"/>
              </a:ext>
            </a:extLst>
          </p:cNvPr>
          <p:cNvSpPr>
            <a:spLocks xmlns:a="http://schemas.openxmlformats.org/drawingml/2006/main" noGrp="1"/>
          </p:cNvSpPr>
          <p:nvPr/>
        </p:nvSpPr>
        <p:spPr>
          <a:xfrm xmlns:a="http://schemas.openxmlformats.org/drawingml/2006/main">
            <a:off x="8740378"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FEA01FE1-80C2-499A-AAA5-FA50998221D9}"/>
              </a:ext>
            </a:extLst>
          </p:cNvPr>
          <p:cNvSpPr>
            <a:spLocks xmlns:a="http://schemas.openxmlformats.org/drawingml/2006/main" noGrp="1"/>
          </p:cNvSpPr>
          <p:nvPr/>
        </p:nvSpPr>
        <p:spPr>
          <a:xfrm xmlns:a="http://schemas.openxmlformats.org/drawingml/2006/main">
            <a:off x="9298781"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462DFAE0-6015-45E2-9108-2FCBBA84F818}"/>
              </a:ext>
            </a:extLst>
          </p:cNvPr>
          <p:cNvSpPr>
            <a:spLocks xmlns:a="http://schemas.openxmlformats.org/drawingml/2006/main" noGrp="1"/>
          </p:cNvSpPr>
          <p:nvPr/>
        </p:nvSpPr>
        <p:spPr>
          <a:xfrm xmlns:a="http://schemas.openxmlformats.org/drawingml/2006/main">
            <a:off x="9857184"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33A3629F-D62D-4058-B4B7-641127C05ECA}"/>
              </a:ext>
            </a:extLst>
          </p:cNvPr>
          <p:cNvSpPr>
            <a:spLocks xmlns:a="http://schemas.openxmlformats.org/drawingml/2006/main" noGrp="1"/>
          </p:cNvSpPr>
          <p:nvPr/>
        </p:nvSpPr>
        <p:spPr>
          <a:xfrm xmlns:a="http://schemas.openxmlformats.org/drawingml/2006/main">
            <a:off x="10415588"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7D72A181-6F4E-48D6-A16E-1242940C7CA3}"/>
              </a:ext>
            </a:extLst>
          </p:cNvPr>
          <p:cNvSpPr>
            <a:spLocks xmlns:a="http://schemas.openxmlformats.org/drawingml/2006/main" noGrp="1"/>
          </p:cNvSpPr>
          <p:nvPr/>
        </p:nvSpPr>
        <p:spPr>
          <a:xfrm xmlns:a="http://schemas.openxmlformats.org/drawingml/2006/main">
            <a:off x="10973991"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B71AA240-71C5-422D-A7B2-BB1BBFD40C63}"/>
              </a:ext>
            </a:extLst>
          </p:cNvPr>
          <p:cNvSpPr>
            <a:spLocks xmlns:a="http://schemas.openxmlformats.org/drawingml/2006/main" noGrp="1"/>
          </p:cNvSpPr>
          <p:nvPr/>
        </p:nvSpPr>
        <p:spPr>
          <a:xfrm xmlns:a="http://schemas.openxmlformats.org/drawingml/2006/main">
            <a:off x="11213306" y="5610225"/>
            <a:ext cx="159544"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7CBCE9F4-420C-4E36-A06C-7DAA597DEAA9}"/>
              </a:ext>
            </a:extLst>
          </p:cNvPr>
          <p:cNvSpPr>
            <a:spLocks xmlns:a="http://schemas.openxmlformats.org/drawingml/2006/main" noGrp="1"/>
          </p:cNvSpPr>
          <p:nvPr/>
        </p:nvSpPr>
        <p:spPr>
          <a:xfrm xmlns:a="http://schemas.openxmlformats.org/drawingml/2006/main">
            <a:off x="8181975" y="59721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4" name="Duraciones según el XML: jornada de 8 h. Barr">
            <a:extLst xmlns:a="http://schemas.openxmlformats.org/drawingml/2006/main">
              <a:ext uri="{FF2B5EF4-FFF2-40B4-BE49-F238E27FC236}">
                <a16:creationId xmlns:a16="http://schemas.microsoft.com/office/drawing/2014/main" id="{FB1EBD8B-89BD-4ABA-B5CA-DFF022BC97E2}"/>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145" name="Cronograma XML 2026">
            <a:extLst xmlns:a="http://schemas.openxmlformats.org/drawingml/2006/main">
              <a:ext uri="{FF2B5EF4-FFF2-40B4-BE49-F238E27FC236}">
                <a16:creationId xmlns:a16="http://schemas.microsoft.com/office/drawing/2014/main" id="{E8DB53E7-E79C-494A-AFAC-6B8571B20F2B}"/>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146" name="16 / 20">
            <a:extLst xmlns:a="http://schemas.openxmlformats.org/drawingml/2006/main">
              <a:ext uri="{FF2B5EF4-FFF2-40B4-BE49-F238E27FC236}">
                <a16:creationId xmlns:a16="http://schemas.microsoft.com/office/drawing/2014/main" id="{FE6246F8-EBA5-4DB0-8250-2C1EC268E12D}"/>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16 / 20</a:t>
            </a:r>
          </a:p>
        </p:txBody>
      </p:sp>
    </p:spTree>
    <p:extLst>
      <p:ext uri="{BB962C8B-B14F-4D97-AF65-F5344CB8AC3E}">
        <p14:creationId xmlns:p14="http://schemas.microsoft.com/office/powerpoint/2010/main" val="498677087"/>
      </p:ext>
    </p:extLst>
  </p:cSld>
</p:sld>
</file>

<file path=ppt/slides/slide1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90" name="4. Control de pagos">
            <a:extLst xmlns:a="http://schemas.openxmlformats.org/drawingml/2006/main">
              <a:ext uri="{FF2B5EF4-FFF2-40B4-BE49-F238E27FC236}">
                <a16:creationId xmlns:a16="http://schemas.microsoft.com/office/drawing/2014/main" id="{D400787B-7756-47F7-8D6D-EFFF7E174DC6}"/>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4. Control de pagos</a:t>
            </a:r>
          </a:p>
        </p:txBody>
      </p:sp>
      <p:sp>
        <p:nvSpPr>
          <p:cNvPr id="2" name="06/07 al 31/07 de 2026  ·  20 días laborables">
            <a:extLst xmlns:a="http://schemas.openxmlformats.org/drawingml/2006/main">
              <a:ext uri="{FF2B5EF4-FFF2-40B4-BE49-F238E27FC236}">
                <a16:creationId xmlns:a16="http://schemas.microsoft.com/office/drawing/2014/main" id="{28590033-9297-46EE-A82A-A634933E68B6}"/>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06/07 al 31/07 de 2026  ·  20 días laborables</a:t>
            </a:r>
          </a:p>
        </p:txBody>
      </p:sp>
      <p:graphicFrame>
        <p:nvGraphicFramePr>
          <p:cNvPr id="3" name="">
            <a:extLst xmlns:a="http://schemas.openxmlformats.org/drawingml/2006/main">
              <a:ext uri="{FF2B5EF4-FFF2-40B4-BE49-F238E27FC236}">
                <a16:creationId xmlns:a16="http://schemas.microsoft.com/office/drawing/2014/main" id="{7FA12766-1A15-42B4-AD23-2BE1B78CD076}"/>
              </a:ext>
            </a:extLst>
          </p:cNvPr>
          <p:cNvGraphicFramePr/>
          <p:nvPr/>
        </p:nvGraphicFramePr>
        <p:xfrm>
          <a:off xmlns:a="http://schemas.openxmlformats.org/drawingml/2006/main" x="809625" y="1781175"/>
          <a:ext xmlns:a="http://schemas.openxmlformats.org/drawingml/2006/main" cx="7105650" cy="3657600"/>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24</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requerimientos del proceso de pagos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06/07/26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09/07/26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25</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tablas para pagos, métodos de pago y estados financieros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10/07/26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14/07/26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26</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del registro de pagos por pedido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15/07/26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21/07/26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27</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cálculo de saldo pendiente y estado financiero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22/07/26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24/07/26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28</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historial de pagos y comprobantes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27/07/26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29/07/26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29</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30/07/26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31/07/26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D3AA95C-C40F-4031-B93A-92F371A30A43}"/>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06/07">
            <a:extLst xmlns:a="http://schemas.openxmlformats.org/drawingml/2006/main">
              <a:ext uri="{FF2B5EF4-FFF2-40B4-BE49-F238E27FC236}">
                <a16:creationId xmlns:a16="http://schemas.microsoft.com/office/drawing/2014/main" id="{66D1CA81-4859-4603-8B40-70358D479BA8}"/>
              </a:ext>
            </a:extLst>
          </p:cNvPr>
          <p:cNvSpPr>
            <a:spLocks xmlns:a="http://schemas.openxmlformats.org/drawingml/2006/main" noGrp="1"/>
          </p:cNvSpPr>
          <p:nvPr/>
        </p:nvSpPr>
        <p:spPr>
          <a:xfrm xmlns:a="http://schemas.openxmlformats.org/drawingml/2006/main">
            <a:off x="8191500"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06/07</a:t>
            </a:r>
          </a:p>
        </p:txBody>
      </p:sp>
      <p:sp>
        <p:nvSpPr>
          <p:cNvPr id="6" name="13/07">
            <a:extLst xmlns:a="http://schemas.openxmlformats.org/drawingml/2006/main">
              <a:ext uri="{FF2B5EF4-FFF2-40B4-BE49-F238E27FC236}">
                <a16:creationId xmlns:a16="http://schemas.microsoft.com/office/drawing/2014/main" id="{7DEE1549-66D5-490B-B5FF-37E0EC71AB95}"/>
              </a:ext>
            </a:extLst>
          </p:cNvPr>
          <p:cNvSpPr>
            <a:spLocks xmlns:a="http://schemas.openxmlformats.org/drawingml/2006/main" noGrp="1"/>
          </p:cNvSpPr>
          <p:nvPr/>
        </p:nvSpPr>
        <p:spPr>
          <a:xfrm xmlns:a="http://schemas.openxmlformats.org/drawingml/2006/main">
            <a:off x="9050582"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13/07</a:t>
            </a:r>
          </a:p>
        </p:txBody>
      </p:sp>
      <p:sp>
        <p:nvSpPr>
          <p:cNvPr id="7" name="20/07">
            <a:extLst xmlns:a="http://schemas.openxmlformats.org/drawingml/2006/main">
              <a:ext uri="{FF2B5EF4-FFF2-40B4-BE49-F238E27FC236}">
                <a16:creationId xmlns:a16="http://schemas.microsoft.com/office/drawing/2014/main" id="{833835B0-C145-42E0-B6FE-9A0B051CF925}"/>
              </a:ext>
            </a:extLst>
          </p:cNvPr>
          <p:cNvSpPr>
            <a:spLocks xmlns:a="http://schemas.openxmlformats.org/drawingml/2006/main" noGrp="1"/>
          </p:cNvSpPr>
          <p:nvPr/>
        </p:nvSpPr>
        <p:spPr>
          <a:xfrm xmlns:a="http://schemas.openxmlformats.org/drawingml/2006/main">
            <a:off x="9909663"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20/07</a:t>
            </a:r>
          </a:p>
        </p:txBody>
      </p:sp>
      <p:sp>
        <p:nvSpPr>
          <p:cNvPr id="8" name="27/07">
            <a:extLst xmlns:a="http://schemas.openxmlformats.org/drawingml/2006/main">
              <a:ext uri="{FF2B5EF4-FFF2-40B4-BE49-F238E27FC236}">
                <a16:creationId xmlns:a16="http://schemas.microsoft.com/office/drawing/2014/main" id="{CD4195EB-27BD-490F-863D-C2F7538DE038}"/>
              </a:ext>
            </a:extLst>
          </p:cNvPr>
          <p:cNvSpPr>
            <a:spLocks xmlns:a="http://schemas.openxmlformats.org/drawingml/2006/main" noGrp="1"/>
          </p:cNvSpPr>
          <p:nvPr/>
        </p:nvSpPr>
        <p:spPr>
          <a:xfrm xmlns:a="http://schemas.openxmlformats.org/drawingml/2006/main">
            <a:off x="10768745" y="1876425"/>
            <a:ext cx="59458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27/07</a:t>
            </a:r>
          </a:p>
        </p:txBody>
      </p:sp>
      <p:sp>
        <p:nvSpPr>
          <p:cNvPr id="9" name="">
            <a:extLst xmlns:a="http://schemas.openxmlformats.org/drawingml/2006/main">
              <a:ext uri="{FF2B5EF4-FFF2-40B4-BE49-F238E27FC236}">
                <a16:creationId xmlns:a16="http://schemas.microsoft.com/office/drawing/2014/main" id="{148BBBC3-8CB0-41F2-B83E-A1F45946968A}"/>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AA783A-163C-49FD-8B97-B71AE81F8260}"/>
              </a:ext>
            </a:extLst>
          </p:cNvPr>
          <p:cNvSpPr>
            <a:spLocks xmlns:a="http://schemas.openxmlformats.org/drawingml/2006/main" noGrp="1"/>
          </p:cNvSpPr>
          <p:nvPr/>
        </p:nvSpPr>
        <p:spPr>
          <a:xfrm xmlns:a="http://schemas.openxmlformats.org/drawingml/2006/main">
            <a:off x="8795605"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17DD62-5856-4C3C-83AE-9D230E11A5B5}"/>
              </a:ext>
            </a:extLst>
          </p:cNvPr>
          <p:cNvSpPr>
            <a:spLocks xmlns:a="http://schemas.openxmlformats.org/drawingml/2006/main" noGrp="1"/>
          </p:cNvSpPr>
          <p:nvPr/>
        </p:nvSpPr>
        <p:spPr>
          <a:xfrm xmlns:a="http://schemas.openxmlformats.org/drawingml/2006/main">
            <a:off x="8918331"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32F7D1-D24E-4DDC-867C-743869BB768A}"/>
              </a:ext>
            </a:extLst>
          </p:cNvPr>
          <p:cNvSpPr>
            <a:spLocks xmlns:a="http://schemas.openxmlformats.org/drawingml/2006/main" noGrp="1"/>
          </p:cNvSpPr>
          <p:nvPr/>
        </p:nvSpPr>
        <p:spPr>
          <a:xfrm xmlns:a="http://schemas.openxmlformats.org/drawingml/2006/main">
            <a:off x="9654687"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7BCE30-DE70-4656-AF42-539FCFF94961}"/>
              </a:ext>
            </a:extLst>
          </p:cNvPr>
          <p:cNvSpPr>
            <a:spLocks xmlns:a="http://schemas.openxmlformats.org/drawingml/2006/main" noGrp="1"/>
          </p:cNvSpPr>
          <p:nvPr/>
        </p:nvSpPr>
        <p:spPr>
          <a:xfrm xmlns:a="http://schemas.openxmlformats.org/drawingml/2006/main">
            <a:off x="9777413"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EC0D39-B632-4F12-A809-B4F81C9D3D60}"/>
              </a:ext>
            </a:extLst>
          </p:cNvPr>
          <p:cNvSpPr>
            <a:spLocks xmlns:a="http://schemas.openxmlformats.org/drawingml/2006/main" noGrp="1"/>
          </p:cNvSpPr>
          <p:nvPr/>
        </p:nvSpPr>
        <p:spPr>
          <a:xfrm xmlns:a="http://schemas.openxmlformats.org/drawingml/2006/main">
            <a:off x="10513768"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8D6F10-A13C-431B-BB12-EAD699D730E9}"/>
              </a:ext>
            </a:extLst>
          </p:cNvPr>
          <p:cNvSpPr>
            <a:spLocks xmlns:a="http://schemas.openxmlformats.org/drawingml/2006/main" noGrp="1"/>
          </p:cNvSpPr>
          <p:nvPr/>
        </p:nvSpPr>
        <p:spPr>
          <a:xfrm xmlns:a="http://schemas.openxmlformats.org/drawingml/2006/main">
            <a:off x="10636494"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D239D2-4C17-4C98-83BE-BDAF63D571DE}"/>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C20143-CC14-4F68-A7C7-13255AF3D526}"/>
              </a:ext>
            </a:extLst>
          </p:cNvPr>
          <p:cNvSpPr>
            <a:spLocks xmlns:a="http://schemas.openxmlformats.org/drawingml/2006/main" noGrp="1"/>
          </p:cNvSpPr>
          <p:nvPr/>
        </p:nvSpPr>
        <p:spPr>
          <a:xfrm xmlns:a="http://schemas.openxmlformats.org/drawingml/2006/main">
            <a:off x="904105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617C78-E144-4F6D-B975-E8DD72F4E373}"/>
              </a:ext>
            </a:extLst>
          </p:cNvPr>
          <p:cNvSpPr>
            <a:spLocks xmlns:a="http://schemas.openxmlformats.org/drawingml/2006/main" noGrp="1"/>
          </p:cNvSpPr>
          <p:nvPr/>
        </p:nvSpPr>
        <p:spPr>
          <a:xfrm xmlns:a="http://schemas.openxmlformats.org/drawingml/2006/main">
            <a:off x="990013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BDCE57-0792-4508-9E7B-20272339A6C1}"/>
              </a:ext>
            </a:extLst>
          </p:cNvPr>
          <p:cNvSpPr>
            <a:spLocks xmlns:a="http://schemas.openxmlformats.org/drawingml/2006/main" noGrp="1"/>
          </p:cNvSpPr>
          <p:nvPr/>
        </p:nvSpPr>
        <p:spPr>
          <a:xfrm xmlns:a="http://schemas.openxmlformats.org/drawingml/2006/main">
            <a:off x="10759220"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F4941C-85ED-42DC-834D-111E2A5D6681}"/>
              </a:ext>
            </a:extLst>
          </p:cNvPr>
          <p:cNvSpPr>
            <a:spLocks xmlns:a="http://schemas.openxmlformats.org/drawingml/2006/main" noGrp="1"/>
          </p:cNvSpPr>
          <p:nvPr/>
        </p:nvSpPr>
        <p:spPr>
          <a:xfrm xmlns:a="http://schemas.openxmlformats.org/drawingml/2006/main">
            <a:off x="8181975" y="2352675"/>
            <a:ext cx="490904"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9C64D4-E3F3-4A02-ACCD-8122F168E683}"/>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C2209B1-21B7-4927-ACE0-8CFD45BD80EF}"/>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44D403D-F1F1-41A8-9A6F-BD4F8835EA22}"/>
              </a:ext>
            </a:extLst>
          </p:cNvPr>
          <p:cNvSpPr>
            <a:spLocks xmlns:a="http://schemas.openxmlformats.org/drawingml/2006/main" noGrp="1"/>
          </p:cNvSpPr>
          <p:nvPr/>
        </p:nvSpPr>
        <p:spPr>
          <a:xfrm xmlns:a="http://schemas.openxmlformats.org/drawingml/2006/main">
            <a:off x="8795605"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A458DBC-7DF5-42E9-92B8-CE69744C84C9}"/>
              </a:ext>
            </a:extLst>
          </p:cNvPr>
          <p:cNvSpPr>
            <a:spLocks xmlns:a="http://schemas.openxmlformats.org/drawingml/2006/main" noGrp="1"/>
          </p:cNvSpPr>
          <p:nvPr/>
        </p:nvSpPr>
        <p:spPr>
          <a:xfrm xmlns:a="http://schemas.openxmlformats.org/drawingml/2006/main">
            <a:off x="8918331"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FC9C0BE-C445-4B1C-B2CF-C522FF2154F0}"/>
              </a:ext>
            </a:extLst>
          </p:cNvPr>
          <p:cNvSpPr>
            <a:spLocks xmlns:a="http://schemas.openxmlformats.org/drawingml/2006/main" noGrp="1"/>
          </p:cNvSpPr>
          <p:nvPr/>
        </p:nvSpPr>
        <p:spPr>
          <a:xfrm xmlns:a="http://schemas.openxmlformats.org/drawingml/2006/main">
            <a:off x="9654687"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08F0E6C-C6B0-4B78-A070-F31607C6A7E8}"/>
              </a:ext>
            </a:extLst>
          </p:cNvPr>
          <p:cNvSpPr>
            <a:spLocks xmlns:a="http://schemas.openxmlformats.org/drawingml/2006/main" noGrp="1"/>
          </p:cNvSpPr>
          <p:nvPr/>
        </p:nvSpPr>
        <p:spPr>
          <a:xfrm xmlns:a="http://schemas.openxmlformats.org/drawingml/2006/main">
            <a:off x="9777413"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B8B856E-7D23-4049-BF3B-DCB8C33D9D46}"/>
              </a:ext>
            </a:extLst>
          </p:cNvPr>
          <p:cNvSpPr>
            <a:spLocks xmlns:a="http://schemas.openxmlformats.org/drawingml/2006/main" noGrp="1"/>
          </p:cNvSpPr>
          <p:nvPr/>
        </p:nvSpPr>
        <p:spPr>
          <a:xfrm xmlns:a="http://schemas.openxmlformats.org/drawingml/2006/main">
            <a:off x="10513768"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ED0CD3F-22AC-4EAC-861A-BFDCF45CCE69}"/>
              </a:ext>
            </a:extLst>
          </p:cNvPr>
          <p:cNvSpPr>
            <a:spLocks xmlns:a="http://schemas.openxmlformats.org/drawingml/2006/main" noGrp="1"/>
          </p:cNvSpPr>
          <p:nvPr/>
        </p:nvSpPr>
        <p:spPr>
          <a:xfrm xmlns:a="http://schemas.openxmlformats.org/drawingml/2006/main">
            <a:off x="10636494"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5CCAE6D-F05D-4ECD-9B36-AE1B6B9F270D}"/>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B09D1D7-1E0D-4B30-8A0F-9AFB7CF5FF4D}"/>
              </a:ext>
            </a:extLst>
          </p:cNvPr>
          <p:cNvSpPr>
            <a:spLocks xmlns:a="http://schemas.openxmlformats.org/drawingml/2006/main" noGrp="1"/>
          </p:cNvSpPr>
          <p:nvPr/>
        </p:nvSpPr>
        <p:spPr>
          <a:xfrm xmlns:a="http://schemas.openxmlformats.org/drawingml/2006/main">
            <a:off x="904105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5B232A6-3FBA-4CA4-916B-9BB0F076DA79}"/>
              </a:ext>
            </a:extLst>
          </p:cNvPr>
          <p:cNvSpPr>
            <a:spLocks xmlns:a="http://schemas.openxmlformats.org/drawingml/2006/main" noGrp="1"/>
          </p:cNvSpPr>
          <p:nvPr/>
        </p:nvSpPr>
        <p:spPr>
          <a:xfrm xmlns:a="http://schemas.openxmlformats.org/drawingml/2006/main">
            <a:off x="990013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9F0B849-4D07-4E29-9282-6CBE7E95DCA2}"/>
              </a:ext>
            </a:extLst>
          </p:cNvPr>
          <p:cNvSpPr>
            <a:spLocks xmlns:a="http://schemas.openxmlformats.org/drawingml/2006/main" noGrp="1"/>
          </p:cNvSpPr>
          <p:nvPr/>
        </p:nvSpPr>
        <p:spPr>
          <a:xfrm xmlns:a="http://schemas.openxmlformats.org/drawingml/2006/main">
            <a:off x="10759220"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7481B09-BE68-4199-A251-DD3800C26573}"/>
              </a:ext>
            </a:extLst>
          </p:cNvPr>
          <p:cNvSpPr>
            <a:spLocks xmlns:a="http://schemas.openxmlformats.org/drawingml/2006/main" noGrp="1"/>
          </p:cNvSpPr>
          <p:nvPr/>
        </p:nvSpPr>
        <p:spPr>
          <a:xfrm xmlns:a="http://schemas.openxmlformats.org/drawingml/2006/main">
            <a:off x="8672879" y="2895600"/>
            <a:ext cx="61363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55E585B-1940-42FE-B6F5-906908770EAD}"/>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4211DE9-A929-4F0C-8048-57EF12629102}"/>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4CAE645-688B-440A-AEA3-89E1D880CC93}"/>
              </a:ext>
            </a:extLst>
          </p:cNvPr>
          <p:cNvSpPr>
            <a:spLocks xmlns:a="http://schemas.openxmlformats.org/drawingml/2006/main" noGrp="1"/>
          </p:cNvSpPr>
          <p:nvPr/>
        </p:nvSpPr>
        <p:spPr>
          <a:xfrm xmlns:a="http://schemas.openxmlformats.org/drawingml/2006/main">
            <a:off x="8795605"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DA8AF6E-C0E6-4247-8337-7E3494E6AE8A}"/>
              </a:ext>
            </a:extLst>
          </p:cNvPr>
          <p:cNvSpPr>
            <a:spLocks xmlns:a="http://schemas.openxmlformats.org/drawingml/2006/main" noGrp="1"/>
          </p:cNvSpPr>
          <p:nvPr/>
        </p:nvSpPr>
        <p:spPr>
          <a:xfrm xmlns:a="http://schemas.openxmlformats.org/drawingml/2006/main">
            <a:off x="8918331"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F2F8162-7FA3-4D2E-BD63-D237C63D56CB}"/>
              </a:ext>
            </a:extLst>
          </p:cNvPr>
          <p:cNvSpPr>
            <a:spLocks xmlns:a="http://schemas.openxmlformats.org/drawingml/2006/main" noGrp="1"/>
          </p:cNvSpPr>
          <p:nvPr/>
        </p:nvSpPr>
        <p:spPr>
          <a:xfrm xmlns:a="http://schemas.openxmlformats.org/drawingml/2006/main">
            <a:off x="9654687"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055CDBC-91F6-442B-8EAF-904328741133}"/>
              </a:ext>
            </a:extLst>
          </p:cNvPr>
          <p:cNvSpPr>
            <a:spLocks xmlns:a="http://schemas.openxmlformats.org/drawingml/2006/main" noGrp="1"/>
          </p:cNvSpPr>
          <p:nvPr/>
        </p:nvSpPr>
        <p:spPr>
          <a:xfrm xmlns:a="http://schemas.openxmlformats.org/drawingml/2006/main">
            <a:off x="9777413"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9DD1D15-C168-4642-9C61-8C9D932BC16E}"/>
              </a:ext>
            </a:extLst>
          </p:cNvPr>
          <p:cNvSpPr>
            <a:spLocks xmlns:a="http://schemas.openxmlformats.org/drawingml/2006/main" noGrp="1"/>
          </p:cNvSpPr>
          <p:nvPr/>
        </p:nvSpPr>
        <p:spPr>
          <a:xfrm xmlns:a="http://schemas.openxmlformats.org/drawingml/2006/main">
            <a:off x="10513768"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DC10D15-1259-4AC3-B7E5-8743C5847D5B}"/>
              </a:ext>
            </a:extLst>
          </p:cNvPr>
          <p:cNvSpPr>
            <a:spLocks xmlns:a="http://schemas.openxmlformats.org/drawingml/2006/main" noGrp="1"/>
          </p:cNvSpPr>
          <p:nvPr/>
        </p:nvSpPr>
        <p:spPr>
          <a:xfrm xmlns:a="http://schemas.openxmlformats.org/drawingml/2006/main">
            <a:off x="10636494"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D435991-C948-46A8-A553-011E8EA0FBCC}"/>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F5E7E22-C401-4DFF-B267-D4D1F80207A1}"/>
              </a:ext>
            </a:extLst>
          </p:cNvPr>
          <p:cNvSpPr>
            <a:spLocks xmlns:a="http://schemas.openxmlformats.org/drawingml/2006/main" noGrp="1"/>
          </p:cNvSpPr>
          <p:nvPr/>
        </p:nvSpPr>
        <p:spPr>
          <a:xfrm xmlns:a="http://schemas.openxmlformats.org/drawingml/2006/main">
            <a:off x="904105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C3745DD-4555-4DB9-A8D4-F941A084066F}"/>
              </a:ext>
            </a:extLst>
          </p:cNvPr>
          <p:cNvSpPr>
            <a:spLocks xmlns:a="http://schemas.openxmlformats.org/drawingml/2006/main" noGrp="1"/>
          </p:cNvSpPr>
          <p:nvPr/>
        </p:nvSpPr>
        <p:spPr>
          <a:xfrm xmlns:a="http://schemas.openxmlformats.org/drawingml/2006/main">
            <a:off x="990013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88E37CF-D3B8-40B8-A62E-8D5FD5C09039}"/>
              </a:ext>
            </a:extLst>
          </p:cNvPr>
          <p:cNvSpPr>
            <a:spLocks xmlns:a="http://schemas.openxmlformats.org/drawingml/2006/main" noGrp="1"/>
          </p:cNvSpPr>
          <p:nvPr/>
        </p:nvSpPr>
        <p:spPr>
          <a:xfrm xmlns:a="http://schemas.openxmlformats.org/drawingml/2006/main">
            <a:off x="10759220"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FB0441D-F0DA-4E0C-BDB0-AA73617AD9D8}"/>
              </a:ext>
            </a:extLst>
          </p:cNvPr>
          <p:cNvSpPr>
            <a:spLocks xmlns:a="http://schemas.openxmlformats.org/drawingml/2006/main" noGrp="1"/>
          </p:cNvSpPr>
          <p:nvPr/>
        </p:nvSpPr>
        <p:spPr>
          <a:xfrm xmlns:a="http://schemas.openxmlformats.org/drawingml/2006/main">
            <a:off x="9286509" y="3438525"/>
            <a:ext cx="85908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5CE3674-D3E4-4F35-9C7C-2E8B4DAB4A55}"/>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4C810F2-9732-4B9C-8FD7-394DC3CC63B7}"/>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75C2547-61AF-4446-BAF0-88D88D84FC7C}"/>
              </a:ext>
            </a:extLst>
          </p:cNvPr>
          <p:cNvSpPr>
            <a:spLocks xmlns:a="http://schemas.openxmlformats.org/drawingml/2006/main" noGrp="1"/>
          </p:cNvSpPr>
          <p:nvPr/>
        </p:nvSpPr>
        <p:spPr>
          <a:xfrm xmlns:a="http://schemas.openxmlformats.org/drawingml/2006/main">
            <a:off x="8795605"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A483B2D3-F2FA-41ED-ABBF-26B336FEB16D}"/>
              </a:ext>
            </a:extLst>
          </p:cNvPr>
          <p:cNvSpPr>
            <a:spLocks xmlns:a="http://schemas.openxmlformats.org/drawingml/2006/main" noGrp="1"/>
          </p:cNvSpPr>
          <p:nvPr/>
        </p:nvSpPr>
        <p:spPr>
          <a:xfrm xmlns:a="http://schemas.openxmlformats.org/drawingml/2006/main">
            <a:off x="8918331"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65EA0AD-5A39-4414-964E-BA23531313DB}"/>
              </a:ext>
            </a:extLst>
          </p:cNvPr>
          <p:cNvSpPr>
            <a:spLocks xmlns:a="http://schemas.openxmlformats.org/drawingml/2006/main" noGrp="1"/>
          </p:cNvSpPr>
          <p:nvPr/>
        </p:nvSpPr>
        <p:spPr>
          <a:xfrm xmlns:a="http://schemas.openxmlformats.org/drawingml/2006/main">
            <a:off x="9654687"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8A8248A1-978D-461E-83B1-3DA51F2206EB}"/>
              </a:ext>
            </a:extLst>
          </p:cNvPr>
          <p:cNvSpPr>
            <a:spLocks xmlns:a="http://schemas.openxmlformats.org/drawingml/2006/main" noGrp="1"/>
          </p:cNvSpPr>
          <p:nvPr/>
        </p:nvSpPr>
        <p:spPr>
          <a:xfrm xmlns:a="http://schemas.openxmlformats.org/drawingml/2006/main">
            <a:off x="9777413"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1D1ACD0-ECD1-4945-9800-0450BC7DC358}"/>
              </a:ext>
            </a:extLst>
          </p:cNvPr>
          <p:cNvSpPr>
            <a:spLocks xmlns:a="http://schemas.openxmlformats.org/drawingml/2006/main" noGrp="1"/>
          </p:cNvSpPr>
          <p:nvPr/>
        </p:nvSpPr>
        <p:spPr>
          <a:xfrm xmlns:a="http://schemas.openxmlformats.org/drawingml/2006/main">
            <a:off x="10513768"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26828B7F-2B8F-408D-91F7-0FA2E94D343F}"/>
              </a:ext>
            </a:extLst>
          </p:cNvPr>
          <p:cNvSpPr>
            <a:spLocks xmlns:a="http://schemas.openxmlformats.org/drawingml/2006/main" noGrp="1"/>
          </p:cNvSpPr>
          <p:nvPr/>
        </p:nvSpPr>
        <p:spPr>
          <a:xfrm xmlns:a="http://schemas.openxmlformats.org/drawingml/2006/main">
            <a:off x="10636494"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D22933F9-9126-4393-804E-9E2CBB51D4BF}"/>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53D50FE-1845-499C-BC87-13B847588F16}"/>
              </a:ext>
            </a:extLst>
          </p:cNvPr>
          <p:cNvSpPr>
            <a:spLocks xmlns:a="http://schemas.openxmlformats.org/drawingml/2006/main" noGrp="1"/>
          </p:cNvSpPr>
          <p:nvPr/>
        </p:nvSpPr>
        <p:spPr>
          <a:xfrm xmlns:a="http://schemas.openxmlformats.org/drawingml/2006/main">
            <a:off x="904105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49CB566-931A-45D9-9639-E2745AD2A4E8}"/>
              </a:ext>
            </a:extLst>
          </p:cNvPr>
          <p:cNvSpPr>
            <a:spLocks xmlns:a="http://schemas.openxmlformats.org/drawingml/2006/main" noGrp="1"/>
          </p:cNvSpPr>
          <p:nvPr/>
        </p:nvSpPr>
        <p:spPr>
          <a:xfrm xmlns:a="http://schemas.openxmlformats.org/drawingml/2006/main">
            <a:off x="990013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795E4ED-EF00-4B4C-A146-780CA2FF98E2}"/>
              </a:ext>
            </a:extLst>
          </p:cNvPr>
          <p:cNvSpPr>
            <a:spLocks xmlns:a="http://schemas.openxmlformats.org/drawingml/2006/main" noGrp="1"/>
          </p:cNvSpPr>
          <p:nvPr/>
        </p:nvSpPr>
        <p:spPr>
          <a:xfrm xmlns:a="http://schemas.openxmlformats.org/drawingml/2006/main">
            <a:off x="10759220"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734C81A5-C26C-4505-AA08-D1D2CE46CA61}"/>
              </a:ext>
            </a:extLst>
          </p:cNvPr>
          <p:cNvSpPr>
            <a:spLocks xmlns:a="http://schemas.openxmlformats.org/drawingml/2006/main" noGrp="1"/>
          </p:cNvSpPr>
          <p:nvPr/>
        </p:nvSpPr>
        <p:spPr>
          <a:xfrm xmlns:a="http://schemas.openxmlformats.org/drawingml/2006/main">
            <a:off x="10145590" y="3981450"/>
            <a:ext cx="368178"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5E43FE54-885A-4ACA-AEE8-48D2B579CD16}"/>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60718EB-DB09-4D24-8753-18D2BFF38A8C}"/>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24C55D7C-5C10-4AC9-B247-A7E6D2D43A43}"/>
              </a:ext>
            </a:extLst>
          </p:cNvPr>
          <p:cNvSpPr>
            <a:spLocks xmlns:a="http://schemas.openxmlformats.org/drawingml/2006/main" noGrp="1"/>
          </p:cNvSpPr>
          <p:nvPr/>
        </p:nvSpPr>
        <p:spPr>
          <a:xfrm xmlns:a="http://schemas.openxmlformats.org/drawingml/2006/main">
            <a:off x="8795605"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20B28EF7-D873-4572-A7DD-23F82772E6E6}"/>
              </a:ext>
            </a:extLst>
          </p:cNvPr>
          <p:cNvSpPr>
            <a:spLocks xmlns:a="http://schemas.openxmlformats.org/drawingml/2006/main" noGrp="1"/>
          </p:cNvSpPr>
          <p:nvPr/>
        </p:nvSpPr>
        <p:spPr>
          <a:xfrm xmlns:a="http://schemas.openxmlformats.org/drawingml/2006/main">
            <a:off x="8918331"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2EFCDDB0-59D1-424C-817B-56644A4CFB8A}"/>
              </a:ext>
            </a:extLst>
          </p:cNvPr>
          <p:cNvSpPr>
            <a:spLocks xmlns:a="http://schemas.openxmlformats.org/drawingml/2006/main" noGrp="1"/>
          </p:cNvSpPr>
          <p:nvPr/>
        </p:nvSpPr>
        <p:spPr>
          <a:xfrm xmlns:a="http://schemas.openxmlformats.org/drawingml/2006/main">
            <a:off x="9654687"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404BB08F-3FCF-49C1-8B22-FE8276CA0B5A}"/>
              </a:ext>
            </a:extLst>
          </p:cNvPr>
          <p:cNvSpPr>
            <a:spLocks xmlns:a="http://schemas.openxmlformats.org/drawingml/2006/main" noGrp="1"/>
          </p:cNvSpPr>
          <p:nvPr/>
        </p:nvSpPr>
        <p:spPr>
          <a:xfrm xmlns:a="http://schemas.openxmlformats.org/drawingml/2006/main">
            <a:off x="9777413"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B59302C-7AEB-4D2F-B1F6-CCA201C43BB9}"/>
              </a:ext>
            </a:extLst>
          </p:cNvPr>
          <p:cNvSpPr>
            <a:spLocks xmlns:a="http://schemas.openxmlformats.org/drawingml/2006/main" noGrp="1"/>
          </p:cNvSpPr>
          <p:nvPr/>
        </p:nvSpPr>
        <p:spPr>
          <a:xfrm xmlns:a="http://schemas.openxmlformats.org/drawingml/2006/main">
            <a:off x="10513768"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55E733F7-EA4D-499D-BBC6-76649D97E822}"/>
              </a:ext>
            </a:extLst>
          </p:cNvPr>
          <p:cNvSpPr>
            <a:spLocks xmlns:a="http://schemas.openxmlformats.org/drawingml/2006/main" noGrp="1"/>
          </p:cNvSpPr>
          <p:nvPr/>
        </p:nvSpPr>
        <p:spPr>
          <a:xfrm xmlns:a="http://schemas.openxmlformats.org/drawingml/2006/main">
            <a:off x="10636494"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296B56CA-9D8E-4815-B126-9492E7006A79}"/>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C8BD332F-3FEF-443A-A66B-512AC0412CDD}"/>
              </a:ext>
            </a:extLst>
          </p:cNvPr>
          <p:cNvSpPr>
            <a:spLocks xmlns:a="http://schemas.openxmlformats.org/drawingml/2006/main" noGrp="1"/>
          </p:cNvSpPr>
          <p:nvPr/>
        </p:nvSpPr>
        <p:spPr>
          <a:xfrm xmlns:a="http://schemas.openxmlformats.org/drawingml/2006/main">
            <a:off x="904105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769F01E0-9D72-402F-91C8-C80C6B8E83FF}"/>
              </a:ext>
            </a:extLst>
          </p:cNvPr>
          <p:cNvSpPr>
            <a:spLocks xmlns:a="http://schemas.openxmlformats.org/drawingml/2006/main" noGrp="1"/>
          </p:cNvSpPr>
          <p:nvPr/>
        </p:nvSpPr>
        <p:spPr>
          <a:xfrm xmlns:a="http://schemas.openxmlformats.org/drawingml/2006/main">
            <a:off x="990013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D287054C-EF9B-47DB-94E6-569AA0F4914A}"/>
              </a:ext>
            </a:extLst>
          </p:cNvPr>
          <p:cNvSpPr>
            <a:spLocks xmlns:a="http://schemas.openxmlformats.org/drawingml/2006/main" noGrp="1"/>
          </p:cNvSpPr>
          <p:nvPr/>
        </p:nvSpPr>
        <p:spPr>
          <a:xfrm xmlns:a="http://schemas.openxmlformats.org/drawingml/2006/main">
            <a:off x="10759220"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2EA4478B-F690-45A3-B357-941A6965B5CD}"/>
              </a:ext>
            </a:extLst>
          </p:cNvPr>
          <p:cNvSpPr>
            <a:spLocks xmlns:a="http://schemas.openxmlformats.org/drawingml/2006/main" noGrp="1"/>
          </p:cNvSpPr>
          <p:nvPr/>
        </p:nvSpPr>
        <p:spPr>
          <a:xfrm xmlns:a="http://schemas.openxmlformats.org/drawingml/2006/main">
            <a:off x="10759220" y="4524375"/>
            <a:ext cx="368178"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6865AFB-586F-44D7-BC4C-D0AB15BBF6DE}"/>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EFD8A145-FA8C-425A-BAC6-6D8189DF38DA}"/>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2314B826-1299-4A09-A55E-99C1C5A27F7F}"/>
              </a:ext>
            </a:extLst>
          </p:cNvPr>
          <p:cNvSpPr>
            <a:spLocks xmlns:a="http://schemas.openxmlformats.org/drawingml/2006/main" noGrp="1"/>
          </p:cNvSpPr>
          <p:nvPr/>
        </p:nvSpPr>
        <p:spPr>
          <a:xfrm xmlns:a="http://schemas.openxmlformats.org/drawingml/2006/main">
            <a:off x="8795605"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3F91F766-D509-4D90-BD4D-0F98B1BFA336}"/>
              </a:ext>
            </a:extLst>
          </p:cNvPr>
          <p:cNvSpPr>
            <a:spLocks xmlns:a="http://schemas.openxmlformats.org/drawingml/2006/main" noGrp="1"/>
          </p:cNvSpPr>
          <p:nvPr/>
        </p:nvSpPr>
        <p:spPr>
          <a:xfrm xmlns:a="http://schemas.openxmlformats.org/drawingml/2006/main">
            <a:off x="8918331"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42AE0AA3-1F2C-4701-AA09-08D55E4B623C}"/>
              </a:ext>
            </a:extLst>
          </p:cNvPr>
          <p:cNvSpPr>
            <a:spLocks xmlns:a="http://schemas.openxmlformats.org/drawingml/2006/main" noGrp="1"/>
          </p:cNvSpPr>
          <p:nvPr/>
        </p:nvSpPr>
        <p:spPr>
          <a:xfrm xmlns:a="http://schemas.openxmlformats.org/drawingml/2006/main">
            <a:off x="9654687"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7384215C-38DD-465B-A4EA-105D277BA6F8}"/>
              </a:ext>
            </a:extLst>
          </p:cNvPr>
          <p:cNvSpPr>
            <a:spLocks xmlns:a="http://schemas.openxmlformats.org/drawingml/2006/main" noGrp="1"/>
          </p:cNvSpPr>
          <p:nvPr/>
        </p:nvSpPr>
        <p:spPr>
          <a:xfrm xmlns:a="http://schemas.openxmlformats.org/drawingml/2006/main">
            <a:off x="9777413"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87EF1CB-16EE-4A8B-816D-04620E950AAB}"/>
              </a:ext>
            </a:extLst>
          </p:cNvPr>
          <p:cNvSpPr>
            <a:spLocks xmlns:a="http://schemas.openxmlformats.org/drawingml/2006/main" noGrp="1"/>
          </p:cNvSpPr>
          <p:nvPr/>
        </p:nvSpPr>
        <p:spPr>
          <a:xfrm xmlns:a="http://schemas.openxmlformats.org/drawingml/2006/main">
            <a:off x="10513768"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8E1C212D-F8BB-4749-920C-22D2EAD52D4A}"/>
              </a:ext>
            </a:extLst>
          </p:cNvPr>
          <p:cNvSpPr>
            <a:spLocks xmlns:a="http://schemas.openxmlformats.org/drawingml/2006/main" noGrp="1"/>
          </p:cNvSpPr>
          <p:nvPr/>
        </p:nvSpPr>
        <p:spPr>
          <a:xfrm xmlns:a="http://schemas.openxmlformats.org/drawingml/2006/main">
            <a:off x="10636494"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EFC31671-9C02-4078-873F-FE63E14BE222}"/>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4242DFF6-4B81-49E5-B15B-EBA3757237FA}"/>
              </a:ext>
            </a:extLst>
          </p:cNvPr>
          <p:cNvSpPr>
            <a:spLocks xmlns:a="http://schemas.openxmlformats.org/drawingml/2006/main" noGrp="1"/>
          </p:cNvSpPr>
          <p:nvPr/>
        </p:nvSpPr>
        <p:spPr>
          <a:xfrm xmlns:a="http://schemas.openxmlformats.org/drawingml/2006/main">
            <a:off x="904105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770E5CE0-4BEF-4FC2-B229-BF8882B97D6A}"/>
              </a:ext>
            </a:extLst>
          </p:cNvPr>
          <p:cNvSpPr>
            <a:spLocks xmlns:a="http://schemas.openxmlformats.org/drawingml/2006/main" noGrp="1"/>
          </p:cNvSpPr>
          <p:nvPr/>
        </p:nvSpPr>
        <p:spPr>
          <a:xfrm xmlns:a="http://schemas.openxmlformats.org/drawingml/2006/main">
            <a:off x="990013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608759DA-2C18-48B0-B615-81A2C9A59534}"/>
              </a:ext>
            </a:extLst>
          </p:cNvPr>
          <p:cNvSpPr>
            <a:spLocks xmlns:a="http://schemas.openxmlformats.org/drawingml/2006/main" noGrp="1"/>
          </p:cNvSpPr>
          <p:nvPr/>
        </p:nvSpPr>
        <p:spPr>
          <a:xfrm xmlns:a="http://schemas.openxmlformats.org/drawingml/2006/main">
            <a:off x="10759220"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476C3125-1583-44D4-9736-CBD537865A7D}"/>
              </a:ext>
            </a:extLst>
          </p:cNvPr>
          <p:cNvSpPr>
            <a:spLocks xmlns:a="http://schemas.openxmlformats.org/drawingml/2006/main" noGrp="1"/>
          </p:cNvSpPr>
          <p:nvPr/>
        </p:nvSpPr>
        <p:spPr>
          <a:xfrm xmlns:a="http://schemas.openxmlformats.org/drawingml/2006/main">
            <a:off x="11127398" y="5067300"/>
            <a:ext cx="24545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DB296D47-3C85-4D7A-81D2-B3E4092BDD73}"/>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Duraciones según el XML: jornada de 8 h. Barr">
            <a:extLst xmlns:a="http://schemas.openxmlformats.org/drawingml/2006/main">
              <a:ext uri="{FF2B5EF4-FFF2-40B4-BE49-F238E27FC236}">
                <a16:creationId xmlns:a16="http://schemas.microsoft.com/office/drawing/2014/main" id="{D487F1F9-5711-43BE-B83E-C705A83D8BCE}"/>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88" name="Cronograma XML 2026">
            <a:extLst xmlns:a="http://schemas.openxmlformats.org/drawingml/2006/main">
              <a:ext uri="{FF2B5EF4-FFF2-40B4-BE49-F238E27FC236}">
                <a16:creationId xmlns:a16="http://schemas.microsoft.com/office/drawing/2014/main" id="{1365652A-71AD-45E0-99FA-E42F15D05367}"/>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89" name="17 / 20">
            <a:extLst xmlns:a="http://schemas.openxmlformats.org/drawingml/2006/main">
              <a:ext uri="{FF2B5EF4-FFF2-40B4-BE49-F238E27FC236}">
                <a16:creationId xmlns:a16="http://schemas.microsoft.com/office/drawing/2014/main" id="{19F2523C-244E-47C0-8FAD-41291FD6BB16}"/>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17 / 20</a:t>
            </a:r>
          </a:p>
        </p:txBody>
      </p:sp>
    </p:spTree>
    <p:extLst>
      <p:ext uri="{BB962C8B-B14F-4D97-AF65-F5344CB8AC3E}">
        <p14:creationId xmlns:p14="http://schemas.microsoft.com/office/powerpoint/2010/main" val="509865255"/>
      </p:ext>
    </p:extLst>
  </p:cSld>
</p:sld>
</file>

<file path=ppt/slides/slide1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03" name="5. Asistencia del personal">
            <a:extLst xmlns:a="http://schemas.openxmlformats.org/drawingml/2006/main">
              <a:ext uri="{FF2B5EF4-FFF2-40B4-BE49-F238E27FC236}">
                <a16:creationId xmlns:a16="http://schemas.microsoft.com/office/drawing/2014/main" id="{27575CBA-063E-4197-BDD2-64C004C843A2}"/>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5. Asistencia del personal</a:t>
            </a:r>
          </a:p>
        </p:txBody>
      </p:sp>
      <p:sp>
        <p:nvSpPr>
          <p:cNvPr id="2" name="03/08 al 28/08 de 2026  ·  20 días laborables">
            <a:extLst xmlns:a="http://schemas.openxmlformats.org/drawingml/2006/main">
              <a:ext uri="{FF2B5EF4-FFF2-40B4-BE49-F238E27FC236}">
                <a16:creationId xmlns:a16="http://schemas.microsoft.com/office/drawing/2014/main" id="{16643E17-A355-41BF-9E2D-01FF5D03D5BF}"/>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03/08 al 28/08 de 2026  ·  20 días laborables</a:t>
            </a:r>
          </a:p>
        </p:txBody>
      </p:sp>
      <p:graphicFrame>
        <p:nvGraphicFramePr>
          <p:cNvPr id="3" name="">
            <a:extLst xmlns:a="http://schemas.openxmlformats.org/drawingml/2006/main">
              <a:ext uri="{FF2B5EF4-FFF2-40B4-BE49-F238E27FC236}">
                <a16:creationId xmlns:a16="http://schemas.microsoft.com/office/drawing/2014/main" id="{31AB56D2-2E85-4248-8560-5DFE0A697628}"/>
              </a:ext>
            </a:extLst>
          </p:cNvPr>
          <p:cNvGraphicFramePr/>
          <p:nvPr/>
        </p:nvGraphicFramePr>
        <p:xfrm>
          <a:off xmlns:a="http://schemas.openxmlformats.org/drawingml/2006/main" x="809625" y="1781175"/>
          <a:ext xmlns:a="http://schemas.openxmlformats.org/drawingml/2006/main" cx="7105650" cy="4200525"/>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31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requerimientos de empleados, asistencia y permisos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06/08/26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32</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tablas para empleados, asistencias y permisos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07/08/26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11/08/26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33</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del registro y consulta de empleados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12/08/26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17/08/26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34</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del registro de entradas y salidas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18/08/26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20/08/26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35</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control de tardanzas, ausencias y permisos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21/08/26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25/08/26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36</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resumen mensual por empleado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26/08/26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27/08/26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37</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1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28/08/26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28/08/26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AE9EC59-2894-4146-B67F-D2E53F876397}"/>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03/08">
            <a:extLst xmlns:a="http://schemas.openxmlformats.org/drawingml/2006/main">
              <a:ext uri="{FF2B5EF4-FFF2-40B4-BE49-F238E27FC236}">
                <a16:creationId xmlns:a16="http://schemas.microsoft.com/office/drawing/2014/main" id="{D3FD6B46-4ADF-4850-A74C-8748461F1EF5}"/>
              </a:ext>
            </a:extLst>
          </p:cNvPr>
          <p:cNvSpPr>
            <a:spLocks xmlns:a="http://schemas.openxmlformats.org/drawingml/2006/main" noGrp="1"/>
          </p:cNvSpPr>
          <p:nvPr/>
        </p:nvSpPr>
        <p:spPr>
          <a:xfrm xmlns:a="http://schemas.openxmlformats.org/drawingml/2006/main">
            <a:off x="8191500"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03/08</a:t>
            </a:r>
          </a:p>
        </p:txBody>
      </p:sp>
      <p:sp>
        <p:nvSpPr>
          <p:cNvPr id="6" name="10/08">
            <a:extLst xmlns:a="http://schemas.openxmlformats.org/drawingml/2006/main">
              <a:ext uri="{FF2B5EF4-FFF2-40B4-BE49-F238E27FC236}">
                <a16:creationId xmlns:a16="http://schemas.microsoft.com/office/drawing/2014/main" id="{D035816C-9370-482E-9999-FC32E5406361}"/>
              </a:ext>
            </a:extLst>
          </p:cNvPr>
          <p:cNvSpPr>
            <a:spLocks xmlns:a="http://schemas.openxmlformats.org/drawingml/2006/main" noGrp="1"/>
          </p:cNvSpPr>
          <p:nvPr/>
        </p:nvSpPr>
        <p:spPr>
          <a:xfrm xmlns:a="http://schemas.openxmlformats.org/drawingml/2006/main">
            <a:off x="9050582"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10/08</a:t>
            </a:r>
          </a:p>
        </p:txBody>
      </p:sp>
      <p:sp>
        <p:nvSpPr>
          <p:cNvPr id="7" name="17/08">
            <a:extLst xmlns:a="http://schemas.openxmlformats.org/drawingml/2006/main">
              <a:ext uri="{FF2B5EF4-FFF2-40B4-BE49-F238E27FC236}">
                <a16:creationId xmlns:a16="http://schemas.microsoft.com/office/drawing/2014/main" id="{3D3D590E-6090-4ACF-B7C5-D994E94E9005}"/>
              </a:ext>
            </a:extLst>
          </p:cNvPr>
          <p:cNvSpPr>
            <a:spLocks xmlns:a="http://schemas.openxmlformats.org/drawingml/2006/main" noGrp="1"/>
          </p:cNvSpPr>
          <p:nvPr/>
        </p:nvSpPr>
        <p:spPr>
          <a:xfrm xmlns:a="http://schemas.openxmlformats.org/drawingml/2006/main">
            <a:off x="9909663"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17/08</a:t>
            </a:r>
          </a:p>
        </p:txBody>
      </p:sp>
      <p:sp>
        <p:nvSpPr>
          <p:cNvPr id="8" name="24/08">
            <a:extLst xmlns:a="http://schemas.openxmlformats.org/drawingml/2006/main">
              <a:ext uri="{FF2B5EF4-FFF2-40B4-BE49-F238E27FC236}">
                <a16:creationId xmlns:a16="http://schemas.microsoft.com/office/drawing/2014/main" id="{2B213DFF-90C6-4213-92B4-FAC6F79F806B}"/>
              </a:ext>
            </a:extLst>
          </p:cNvPr>
          <p:cNvSpPr>
            <a:spLocks xmlns:a="http://schemas.openxmlformats.org/drawingml/2006/main" noGrp="1"/>
          </p:cNvSpPr>
          <p:nvPr/>
        </p:nvSpPr>
        <p:spPr>
          <a:xfrm xmlns:a="http://schemas.openxmlformats.org/drawingml/2006/main">
            <a:off x="10768745" y="1876425"/>
            <a:ext cx="59458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24/08</a:t>
            </a:r>
          </a:p>
        </p:txBody>
      </p:sp>
      <p:sp>
        <p:nvSpPr>
          <p:cNvPr id="9" name="">
            <a:extLst xmlns:a="http://schemas.openxmlformats.org/drawingml/2006/main">
              <a:ext uri="{FF2B5EF4-FFF2-40B4-BE49-F238E27FC236}">
                <a16:creationId xmlns:a16="http://schemas.microsoft.com/office/drawing/2014/main" id="{6D489464-B7E5-4938-B7C4-C9EE4C4F6670}"/>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D27808-E6AA-4E5C-8DCF-295935652C11}"/>
              </a:ext>
            </a:extLst>
          </p:cNvPr>
          <p:cNvSpPr>
            <a:spLocks xmlns:a="http://schemas.openxmlformats.org/drawingml/2006/main" noGrp="1"/>
          </p:cNvSpPr>
          <p:nvPr/>
        </p:nvSpPr>
        <p:spPr>
          <a:xfrm xmlns:a="http://schemas.openxmlformats.org/drawingml/2006/main">
            <a:off x="8795605"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A978F9-EE9F-4C22-BAA1-6A66BDC65BBB}"/>
              </a:ext>
            </a:extLst>
          </p:cNvPr>
          <p:cNvSpPr>
            <a:spLocks xmlns:a="http://schemas.openxmlformats.org/drawingml/2006/main" noGrp="1"/>
          </p:cNvSpPr>
          <p:nvPr/>
        </p:nvSpPr>
        <p:spPr>
          <a:xfrm xmlns:a="http://schemas.openxmlformats.org/drawingml/2006/main">
            <a:off x="8918331"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53A5F1-F4DC-4459-B4A5-69CD6EADB16E}"/>
              </a:ext>
            </a:extLst>
          </p:cNvPr>
          <p:cNvSpPr>
            <a:spLocks xmlns:a="http://schemas.openxmlformats.org/drawingml/2006/main" noGrp="1"/>
          </p:cNvSpPr>
          <p:nvPr/>
        </p:nvSpPr>
        <p:spPr>
          <a:xfrm xmlns:a="http://schemas.openxmlformats.org/drawingml/2006/main">
            <a:off x="9654687"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F13DB6-C5C3-4E7C-8F35-C7A74EF2A083}"/>
              </a:ext>
            </a:extLst>
          </p:cNvPr>
          <p:cNvSpPr>
            <a:spLocks xmlns:a="http://schemas.openxmlformats.org/drawingml/2006/main" noGrp="1"/>
          </p:cNvSpPr>
          <p:nvPr/>
        </p:nvSpPr>
        <p:spPr>
          <a:xfrm xmlns:a="http://schemas.openxmlformats.org/drawingml/2006/main">
            <a:off x="9777413"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0916E56-4F0C-4496-8209-C0A502C6BAA4}"/>
              </a:ext>
            </a:extLst>
          </p:cNvPr>
          <p:cNvSpPr>
            <a:spLocks xmlns:a="http://schemas.openxmlformats.org/drawingml/2006/main" noGrp="1"/>
          </p:cNvSpPr>
          <p:nvPr/>
        </p:nvSpPr>
        <p:spPr>
          <a:xfrm xmlns:a="http://schemas.openxmlformats.org/drawingml/2006/main">
            <a:off x="10513768"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FFDF57-544D-44F1-8616-848F06D362A9}"/>
              </a:ext>
            </a:extLst>
          </p:cNvPr>
          <p:cNvSpPr>
            <a:spLocks xmlns:a="http://schemas.openxmlformats.org/drawingml/2006/main" noGrp="1"/>
          </p:cNvSpPr>
          <p:nvPr/>
        </p:nvSpPr>
        <p:spPr>
          <a:xfrm xmlns:a="http://schemas.openxmlformats.org/drawingml/2006/main">
            <a:off x="10636494"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943FFF-0839-4A62-A06F-73D4845FF168}"/>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4E088A6-1315-433F-AC1C-A6B09903FA05}"/>
              </a:ext>
            </a:extLst>
          </p:cNvPr>
          <p:cNvSpPr>
            <a:spLocks xmlns:a="http://schemas.openxmlformats.org/drawingml/2006/main" noGrp="1"/>
          </p:cNvSpPr>
          <p:nvPr/>
        </p:nvSpPr>
        <p:spPr>
          <a:xfrm xmlns:a="http://schemas.openxmlformats.org/drawingml/2006/main">
            <a:off x="904105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FFE457F-60F2-4E77-92F2-D2CD55BC5B23}"/>
              </a:ext>
            </a:extLst>
          </p:cNvPr>
          <p:cNvSpPr>
            <a:spLocks xmlns:a="http://schemas.openxmlformats.org/drawingml/2006/main" noGrp="1"/>
          </p:cNvSpPr>
          <p:nvPr/>
        </p:nvSpPr>
        <p:spPr>
          <a:xfrm xmlns:a="http://schemas.openxmlformats.org/drawingml/2006/main">
            <a:off x="990013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A69AD8E-6693-43A0-9F13-6895B201DE4C}"/>
              </a:ext>
            </a:extLst>
          </p:cNvPr>
          <p:cNvSpPr>
            <a:spLocks xmlns:a="http://schemas.openxmlformats.org/drawingml/2006/main" noGrp="1"/>
          </p:cNvSpPr>
          <p:nvPr/>
        </p:nvSpPr>
        <p:spPr>
          <a:xfrm xmlns:a="http://schemas.openxmlformats.org/drawingml/2006/main">
            <a:off x="10759220"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3981049-3CE3-40F5-8832-8BFD8768DBB1}"/>
              </a:ext>
            </a:extLst>
          </p:cNvPr>
          <p:cNvSpPr>
            <a:spLocks xmlns:a="http://schemas.openxmlformats.org/drawingml/2006/main" noGrp="1"/>
          </p:cNvSpPr>
          <p:nvPr/>
        </p:nvSpPr>
        <p:spPr>
          <a:xfrm xmlns:a="http://schemas.openxmlformats.org/drawingml/2006/main">
            <a:off x="8181975" y="2352675"/>
            <a:ext cx="490904"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921AE4-5FF5-4E33-8385-8F5F9489E218}"/>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0908B9E-CAE7-42AF-B7F4-80F7FA3D8B4D}"/>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7154B6-BACF-477D-848C-4421D922007A}"/>
              </a:ext>
            </a:extLst>
          </p:cNvPr>
          <p:cNvSpPr>
            <a:spLocks xmlns:a="http://schemas.openxmlformats.org/drawingml/2006/main" noGrp="1"/>
          </p:cNvSpPr>
          <p:nvPr/>
        </p:nvSpPr>
        <p:spPr>
          <a:xfrm xmlns:a="http://schemas.openxmlformats.org/drawingml/2006/main">
            <a:off x="8795605"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5B21C4F-0674-40B4-A863-B1C3589F3B05}"/>
              </a:ext>
            </a:extLst>
          </p:cNvPr>
          <p:cNvSpPr>
            <a:spLocks xmlns:a="http://schemas.openxmlformats.org/drawingml/2006/main" noGrp="1"/>
          </p:cNvSpPr>
          <p:nvPr/>
        </p:nvSpPr>
        <p:spPr>
          <a:xfrm xmlns:a="http://schemas.openxmlformats.org/drawingml/2006/main">
            <a:off x="8918331"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FA7ADC3-50F1-4895-83F8-2FD722C79C94}"/>
              </a:ext>
            </a:extLst>
          </p:cNvPr>
          <p:cNvSpPr>
            <a:spLocks xmlns:a="http://schemas.openxmlformats.org/drawingml/2006/main" noGrp="1"/>
          </p:cNvSpPr>
          <p:nvPr/>
        </p:nvSpPr>
        <p:spPr>
          <a:xfrm xmlns:a="http://schemas.openxmlformats.org/drawingml/2006/main">
            <a:off x="9654687"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647BFEE-C0A2-4FEA-92D2-EEA2DBF3DE95}"/>
              </a:ext>
            </a:extLst>
          </p:cNvPr>
          <p:cNvSpPr>
            <a:spLocks xmlns:a="http://schemas.openxmlformats.org/drawingml/2006/main" noGrp="1"/>
          </p:cNvSpPr>
          <p:nvPr/>
        </p:nvSpPr>
        <p:spPr>
          <a:xfrm xmlns:a="http://schemas.openxmlformats.org/drawingml/2006/main">
            <a:off x="9777413"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5D6F7C2-B0D5-4319-BFDA-67D78083CDD2}"/>
              </a:ext>
            </a:extLst>
          </p:cNvPr>
          <p:cNvSpPr>
            <a:spLocks xmlns:a="http://schemas.openxmlformats.org/drawingml/2006/main" noGrp="1"/>
          </p:cNvSpPr>
          <p:nvPr/>
        </p:nvSpPr>
        <p:spPr>
          <a:xfrm xmlns:a="http://schemas.openxmlformats.org/drawingml/2006/main">
            <a:off x="10513768"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0909D86-618B-4831-9516-0451180FC42B}"/>
              </a:ext>
            </a:extLst>
          </p:cNvPr>
          <p:cNvSpPr>
            <a:spLocks xmlns:a="http://schemas.openxmlformats.org/drawingml/2006/main" noGrp="1"/>
          </p:cNvSpPr>
          <p:nvPr/>
        </p:nvSpPr>
        <p:spPr>
          <a:xfrm xmlns:a="http://schemas.openxmlformats.org/drawingml/2006/main">
            <a:off x="10636494"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A8D8A56-7E16-4067-BE97-8A486D0A0D3C}"/>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0A2A5ED-1928-49E6-86FB-00BC9A30AE2F}"/>
              </a:ext>
            </a:extLst>
          </p:cNvPr>
          <p:cNvSpPr>
            <a:spLocks xmlns:a="http://schemas.openxmlformats.org/drawingml/2006/main" noGrp="1"/>
          </p:cNvSpPr>
          <p:nvPr/>
        </p:nvSpPr>
        <p:spPr>
          <a:xfrm xmlns:a="http://schemas.openxmlformats.org/drawingml/2006/main">
            <a:off x="904105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5E7A3B7-1B1A-4C29-AD51-E7A4C43A315D}"/>
              </a:ext>
            </a:extLst>
          </p:cNvPr>
          <p:cNvSpPr>
            <a:spLocks xmlns:a="http://schemas.openxmlformats.org/drawingml/2006/main" noGrp="1"/>
          </p:cNvSpPr>
          <p:nvPr/>
        </p:nvSpPr>
        <p:spPr>
          <a:xfrm xmlns:a="http://schemas.openxmlformats.org/drawingml/2006/main">
            <a:off x="990013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7BB85FE-76E1-409F-A816-DAC46107E243}"/>
              </a:ext>
            </a:extLst>
          </p:cNvPr>
          <p:cNvSpPr>
            <a:spLocks xmlns:a="http://schemas.openxmlformats.org/drawingml/2006/main" noGrp="1"/>
          </p:cNvSpPr>
          <p:nvPr/>
        </p:nvSpPr>
        <p:spPr>
          <a:xfrm xmlns:a="http://schemas.openxmlformats.org/drawingml/2006/main">
            <a:off x="10759220"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ED34762-5E9B-4C8A-8A95-502977C0CEA2}"/>
              </a:ext>
            </a:extLst>
          </p:cNvPr>
          <p:cNvSpPr>
            <a:spLocks xmlns:a="http://schemas.openxmlformats.org/drawingml/2006/main" noGrp="1"/>
          </p:cNvSpPr>
          <p:nvPr/>
        </p:nvSpPr>
        <p:spPr>
          <a:xfrm xmlns:a="http://schemas.openxmlformats.org/drawingml/2006/main">
            <a:off x="8672879" y="2895600"/>
            <a:ext cx="61363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DCA0F1C-4680-467A-8610-86107512E3E7}"/>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4C4C7D3-4D28-4C50-B758-5358B7DAC862}"/>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40EA40E-CF81-4D36-B2EA-8D83B652856A}"/>
              </a:ext>
            </a:extLst>
          </p:cNvPr>
          <p:cNvSpPr>
            <a:spLocks xmlns:a="http://schemas.openxmlformats.org/drawingml/2006/main" noGrp="1"/>
          </p:cNvSpPr>
          <p:nvPr/>
        </p:nvSpPr>
        <p:spPr>
          <a:xfrm xmlns:a="http://schemas.openxmlformats.org/drawingml/2006/main">
            <a:off x="8795605"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50DAD0E-344E-48F4-8C4B-DB37EE2E7BA1}"/>
              </a:ext>
            </a:extLst>
          </p:cNvPr>
          <p:cNvSpPr>
            <a:spLocks xmlns:a="http://schemas.openxmlformats.org/drawingml/2006/main" noGrp="1"/>
          </p:cNvSpPr>
          <p:nvPr/>
        </p:nvSpPr>
        <p:spPr>
          <a:xfrm xmlns:a="http://schemas.openxmlformats.org/drawingml/2006/main">
            <a:off x="8918331"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E71DF12-1DC5-40FD-98E7-ADCECDBFC017}"/>
              </a:ext>
            </a:extLst>
          </p:cNvPr>
          <p:cNvSpPr>
            <a:spLocks xmlns:a="http://schemas.openxmlformats.org/drawingml/2006/main" noGrp="1"/>
          </p:cNvSpPr>
          <p:nvPr/>
        </p:nvSpPr>
        <p:spPr>
          <a:xfrm xmlns:a="http://schemas.openxmlformats.org/drawingml/2006/main">
            <a:off x="9654687"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F797804-553F-4F70-B54A-EE4EDAA694F0}"/>
              </a:ext>
            </a:extLst>
          </p:cNvPr>
          <p:cNvSpPr>
            <a:spLocks xmlns:a="http://schemas.openxmlformats.org/drawingml/2006/main" noGrp="1"/>
          </p:cNvSpPr>
          <p:nvPr/>
        </p:nvSpPr>
        <p:spPr>
          <a:xfrm xmlns:a="http://schemas.openxmlformats.org/drawingml/2006/main">
            <a:off x="9777413"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DDF0672-F0B6-49E7-B707-14FBECE4463C}"/>
              </a:ext>
            </a:extLst>
          </p:cNvPr>
          <p:cNvSpPr>
            <a:spLocks xmlns:a="http://schemas.openxmlformats.org/drawingml/2006/main" noGrp="1"/>
          </p:cNvSpPr>
          <p:nvPr/>
        </p:nvSpPr>
        <p:spPr>
          <a:xfrm xmlns:a="http://schemas.openxmlformats.org/drawingml/2006/main">
            <a:off x="10513768"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B7E226E-09A6-4FDD-AA50-E21A795D2A54}"/>
              </a:ext>
            </a:extLst>
          </p:cNvPr>
          <p:cNvSpPr>
            <a:spLocks xmlns:a="http://schemas.openxmlformats.org/drawingml/2006/main" noGrp="1"/>
          </p:cNvSpPr>
          <p:nvPr/>
        </p:nvSpPr>
        <p:spPr>
          <a:xfrm xmlns:a="http://schemas.openxmlformats.org/drawingml/2006/main">
            <a:off x="10636494"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404B6AD-3141-4542-AD1B-2EE92BFC1F7B}"/>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F47F233-4AED-4D10-AAB1-0F4FE517265B}"/>
              </a:ext>
            </a:extLst>
          </p:cNvPr>
          <p:cNvSpPr>
            <a:spLocks xmlns:a="http://schemas.openxmlformats.org/drawingml/2006/main" noGrp="1"/>
          </p:cNvSpPr>
          <p:nvPr/>
        </p:nvSpPr>
        <p:spPr>
          <a:xfrm xmlns:a="http://schemas.openxmlformats.org/drawingml/2006/main">
            <a:off x="904105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80A1303-861D-4450-8ACD-1F71434FFD8A}"/>
              </a:ext>
            </a:extLst>
          </p:cNvPr>
          <p:cNvSpPr>
            <a:spLocks xmlns:a="http://schemas.openxmlformats.org/drawingml/2006/main" noGrp="1"/>
          </p:cNvSpPr>
          <p:nvPr/>
        </p:nvSpPr>
        <p:spPr>
          <a:xfrm xmlns:a="http://schemas.openxmlformats.org/drawingml/2006/main">
            <a:off x="990013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53C39AA-6BC9-4A2F-8985-334FA9B40CE7}"/>
              </a:ext>
            </a:extLst>
          </p:cNvPr>
          <p:cNvSpPr>
            <a:spLocks xmlns:a="http://schemas.openxmlformats.org/drawingml/2006/main" noGrp="1"/>
          </p:cNvSpPr>
          <p:nvPr/>
        </p:nvSpPr>
        <p:spPr>
          <a:xfrm xmlns:a="http://schemas.openxmlformats.org/drawingml/2006/main">
            <a:off x="10759220"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62CC7C5-0138-44DA-BD80-A8B600A312EA}"/>
              </a:ext>
            </a:extLst>
          </p:cNvPr>
          <p:cNvSpPr>
            <a:spLocks xmlns:a="http://schemas.openxmlformats.org/drawingml/2006/main" noGrp="1"/>
          </p:cNvSpPr>
          <p:nvPr/>
        </p:nvSpPr>
        <p:spPr>
          <a:xfrm xmlns:a="http://schemas.openxmlformats.org/drawingml/2006/main">
            <a:off x="9286509" y="3438525"/>
            <a:ext cx="73635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54039D2-52D2-4EF5-A7BD-EE2F5186D638}"/>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B3B597E-3D9F-481B-941C-1AB8D09A1933}"/>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658D686-BACF-4C8C-8A18-3E0FA784778D}"/>
              </a:ext>
            </a:extLst>
          </p:cNvPr>
          <p:cNvSpPr>
            <a:spLocks xmlns:a="http://schemas.openxmlformats.org/drawingml/2006/main" noGrp="1"/>
          </p:cNvSpPr>
          <p:nvPr/>
        </p:nvSpPr>
        <p:spPr>
          <a:xfrm xmlns:a="http://schemas.openxmlformats.org/drawingml/2006/main">
            <a:off x="8795605"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AE523A06-0CF6-49B0-A3C1-F655E32E517B}"/>
              </a:ext>
            </a:extLst>
          </p:cNvPr>
          <p:cNvSpPr>
            <a:spLocks xmlns:a="http://schemas.openxmlformats.org/drawingml/2006/main" noGrp="1"/>
          </p:cNvSpPr>
          <p:nvPr/>
        </p:nvSpPr>
        <p:spPr>
          <a:xfrm xmlns:a="http://schemas.openxmlformats.org/drawingml/2006/main">
            <a:off x="8918331"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0503F7B-8E2A-4531-B1AF-FF162A15DB2B}"/>
              </a:ext>
            </a:extLst>
          </p:cNvPr>
          <p:cNvSpPr>
            <a:spLocks xmlns:a="http://schemas.openxmlformats.org/drawingml/2006/main" noGrp="1"/>
          </p:cNvSpPr>
          <p:nvPr/>
        </p:nvSpPr>
        <p:spPr>
          <a:xfrm xmlns:a="http://schemas.openxmlformats.org/drawingml/2006/main">
            <a:off x="9654687"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251D8607-E83D-446E-BFFE-99ECA6E53A1C}"/>
              </a:ext>
            </a:extLst>
          </p:cNvPr>
          <p:cNvSpPr>
            <a:spLocks xmlns:a="http://schemas.openxmlformats.org/drawingml/2006/main" noGrp="1"/>
          </p:cNvSpPr>
          <p:nvPr/>
        </p:nvSpPr>
        <p:spPr>
          <a:xfrm xmlns:a="http://schemas.openxmlformats.org/drawingml/2006/main">
            <a:off x="9777413"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501AF60E-F33A-43DA-953F-3030DAB5CAED}"/>
              </a:ext>
            </a:extLst>
          </p:cNvPr>
          <p:cNvSpPr>
            <a:spLocks xmlns:a="http://schemas.openxmlformats.org/drawingml/2006/main" noGrp="1"/>
          </p:cNvSpPr>
          <p:nvPr/>
        </p:nvSpPr>
        <p:spPr>
          <a:xfrm xmlns:a="http://schemas.openxmlformats.org/drawingml/2006/main">
            <a:off x="10513768"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2CF824A-D572-4D54-ACBE-18ABFBA16404}"/>
              </a:ext>
            </a:extLst>
          </p:cNvPr>
          <p:cNvSpPr>
            <a:spLocks xmlns:a="http://schemas.openxmlformats.org/drawingml/2006/main" noGrp="1"/>
          </p:cNvSpPr>
          <p:nvPr/>
        </p:nvSpPr>
        <p:spPr>
          <a:xfrm xmlns:a="http://schemas.openxmlformats.org/drawingml/2006/main">
            <a:off x="10636494"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F7B3C6C2-040F-426B-A44A-E34241E4934C}"/>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0C69AE0-4EFE-4B82-BD05-1356484855E5}"/>
              </a:ext>
            </a:extLst>
          </p:cNvPr>
          <p:cNvSpPr>
            <a:spLocks xmlns:a="http://schemas.openxmlformats.org/drawingml/2006/main" noGrp="1"/>
          </p:cNvSpPr>
          <p:nvPr/>
        </p:nvSpPr>
        <p:spPr>
          <a:xfrm xmlns:a="http://schemas.openxmlformats.org/drawingml/2006/main">
            <a:off x="904105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861B4EA-3A15-4DD0-9EBA-65ABCD38BA3F}"/>
              </a:ext>
            </a:extLst>
          </p:cNvPr>
          <p:cNvSpPr>
            <a:spLocks xmlns:a="http://schemas.openxmlformats.org/drawingml/2006/main" noGrp="1"/>
          </p:cNvSpPr>
          <p:nvPr/>
        </p:nvSpPr>
        <p:spPr>
          <a:xfrm xmlns:a="http://schemas.openxmlformats.org/drawingml/2006/main">
            <a:off x="990013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2798FCF-589A-4C76-91FD-B4FB97F8EDB2}"/>
              </a:ext>
            </a:extLst>
          </p:cNvPr>
          <p:cNvSpPr>
            <a:spLocks xmlns:a="http://schemas.openxmlformats.org/drawingml/2006/main" noGrp="1"/>
          </p:cNvSpPr>
          <p:nvPr/>
        </p:nvSpPr>
        <p:spPr>
          <a:xfrm xmlns:a="http://schemas.openxmlformats.org/drawingml/2006/main">
            <a:off x="10759220"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7C24F2D1-3329-4BCB-9FA0-191841A48BC4}"/>
              </a:ext>
            </a:extLst>
          </p:cNvPr>
          <p:cNvSpPr>
            <a:spLocks xmlns:a="http://schemas.openxmlformats.org/drawingml/2006/main" noGrp="1"/>
          </p:cNvSpPr>
          <p:nvPr/>
        </p:nvSpPr>
        <p:spPr>
          <a:xfrm xmlns:a="http://schemas.openxmlformats.org/drawingml/2006/main">
            <a:off x="10022864" y="3981450"/>
            <a:ext cx="368178"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2FB9C41E-4C42-43D9-A438-6BD4968C7B8F}"/>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D499311-4B21-4F07-9FE9-4BFB2CCAADC5}"/>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6AB8E12B-9F17-40D5-98AA-017CB9C33E1B}"/>
              </a:ext>
            </a:extLst>
          </p:cNvPr>
          <p:cNvSpPr>
            <a:spLocks xmlns:a="http://schemas.openxmlformats.org/drawingml/2006/main" noGrp="1"/>
          </p:cNvSpPr>
          <p:nvPr/>
        </p:nvSpPr>
        <p:spPr>
          <a:xfrm xmlns:a="http://schemas.openxmlformats.org/drawingml/2006/main">
            <a:off x="8795605"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90B4482F-6956-4062-83F7-93202578C556}"/>
              </a:ext>
            </a:extLst>
          </p:cNvPr>
          <p:cNvSpPr>
            <a:spLocks xmlns:a="http://schemas.openxmlformats.org/drawingml/2006/main" noGrp="1"/>
          </p:cNvSpPr>
          <p:nvPr/>
        </p:nvSpPr>
        <p:spPr>
          <a:xfrm xmlns:a="http://schemas.openxmlformats.org/drawingml/2006/main">
            <a:off x="8918331"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6C4E6474-5BBB-4B84-A290-4A0457E5190C}"/>
              </a:ext>
            </a:extLst>
          </p:cNvPr>
          <p:cNvSpPr>
            <a:spLocks xmlns:a="http://schemas.openxmlformats.org/drawingml/2006/main" noGrp="1"/>
          </p:cNvSpPr>
          <p:nvPr/>
        </p:nvSpPr>
        <p:spPr>
          <a:xfrm xmlns:a="http://schemas.openxmlformats.org/drawingml/2006/main">
            <a:off x="9654687"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BDB2C85E-1AE1-44C6-B10D-462EA1184CC3}"/>
              </a:ext>
            </a:extLst>
          </p:cNvPr>
          <p:cNvSpPr>
            <a:spLocks xmlns:a="http://schemas.openxmlformats.org/drawingml/2006/main" noGrp="1"/>
          </p:cNvSpPr>
          <p:nvPr/>
        </p:nvSpPr>
        <p:spPr>
          <a:xfrm xmlns:a="http://schemas.openxmlformats.org/drawingml/2006/main">
            <a:off x="9777413"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44983452-09B3-4D37-ABE5-DF642F9A84B0}"/>
              </a:ext>
            </a:extLst>
          </p:cNvPr>
          <p:cNvSpPr>
            <a:spLocks xmlns:a="http://schemas.openxmlformats.org/drawingml/2006/main" noGrp="1"/>
          </p:cNvSpPr>
          <p:nvPr/>
        </p:nvSpPr>
        <p:spPr>
          <a:xfrm xmlns:a="http://schemas.openxmlformats.org/drawingml/2006/main">
            <a:off x="10513768"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0DFD1AC6-8A76-43AF-B975-671A066A9AD3}"/>
              </a:ext>
            </a:extLst>
          </p:cNvPr>
          <p:cNvSpPr>
            <a:spLocks xmlns:a="http://schemas.openxmlformats.org/drawingml/2006/main" noGrp="1"/>
          </p:cNvSpPr>
          <p:nvPr/>
        </p:nvSpPr>
        <p:spPr>
          <a:xfrm xmlns:a="http://schemas.openxmlformats.org/drawingml/2006/main">
            <a:off x="10636494"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DBA4D952-6661-4CF9-9135-3531304936BE}"/>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32CADC05-346B-4317-BF91-58C0EA6BD613}"/>
              </a:ext>
            </a:extLst>
          </p:cNvPr>
          <p:cNvSpPr>
            <a:spLocks xmlns:a="http://schemas.openxmlformats.org/drawingml/2006/main" noGrp="1"/>
          </p:cNvSpPr>
          <p:nvPr/>
        </p:nvSpPr>
        <p:spPr>
          <a:xfrm xmlns:a="http://schemas.openxmlformats.org/drawingml/2006/main">
            <a:off x="904105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117DCFB4-958B-4E2C-892D-AE194A02B844}"/>
              </a:ext>
            </a:extLst>
          </p:cNvPr>
          <p:cNvSpPr>
            <a:spLocks xmlns:a="http://schemas.openxmlformats.org/drawingml/2006/main" noGrp="1"/>
          </p:cNvSpPr>
          <p:nvPr/>
        </p:nvSpPr>
        <p:spPr>
          <a:xfrm xmlns:a="http://schemas.openxmlformats.org/drawingml/2006/main">
            <a:off x="990013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38F4202-FE15-4E43-9CAB-1F4905143BCD}"/>
              </a:ext>
            </a:extLst>
          </p:cNvPr>
          <p:cNvSpPr>
            <a:spLocks xmlns:a="http://schemas.openxmlformats.org/drawingml/2006/main" noGrp="1"/>
          </p:cNvSpPr>
          <p:nvPr/>
        </p:nvSpPr>
        <p:spPr>
          <a:xfrm xmlns:a="http://schemas.openxmlformats.org/drawingml/2006/main">
            <a:off x="10759220"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CF0BC1C4-3178-49FE-96CD-C4563BD7DAD8}"/>
              </a:ext>
            </a:extLst>
          </p:cNvPr>
          <p:cNvSpPr>
            <a:spLocks xmlns:a="http://schemas.openxmlformats.org/drawingml/2006/main" noGrp="1"/>
          </p:cNvSpPr>
          <p:nvPr/>
        </p:nvSpPr>
        <p:spPr>
          <a:xfrm xmlns:a="http://schemas.openxmlformats.org/drawingml/2006/main">
            <a:off x="10391042" y="4524375"/>
            <a:ext cx="61363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C63BE889-77A9-4C36-9CFC-2B7DF81C62D6}"/>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51623D83-39E4-4173-888F-DE93C545168A}"/>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B2C37CA0-62CA-4C8C-90A9-2327514BBF4B}"/>
              </a:ext>
            </a:extLst>
          </p:cNvPr>
          <p:cNvSpPr>
            <a:spLocks xmlns:a="http://schemas.openxmlformats.org/drawingml/2006/main" noGrp="1"/>
          </p:cNvSpPr>
          <p:nvPr/>
        </p:nvSpPr>
        <p:spPr>
          <a:xfrm xmlns:a="http://schemas.openxmlformats.org/drawingml/2006/main">
            <a:off x="8795605"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32BBF58D-96C4-4E02-9D14-4D4035C0AF88}"/>
              </a:ext>
            </a:extLst>
          </p:cNvPr>
          <p:cNvSpPr>
            <a:spLocks xmlns:a="http://schemas.openxmlformats.org/drawingml/2006/main" noGrp="1"/>
          </p:cNvSpPr>
          <p:nvPr/>
        </p:nvSpPr>
        <p:spPr>
          <a:xfrm xmlns:a="http://schemas.openxmlformats.org/drawingml/2006/main">
            <a:off x="8918331"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9589D389-76B9-4604-AB9E-D1AA6834A435}"/>
              </a:ext>
            </a:extLst>
          </p:cNvPr>
          <p:cNvSpPr>
            <a:spLocks xmlns:a="http://schemas.openxmlformats.org/drawingml/2006/main" noGrp="1"/>
          </p:cNvSpPr>
          <p:nvPr/>
        </p:nvSpPr>
        <p:spPr>
          <a:xfrm xmlns:a="http://schemas.openxmlformats.org/drawingml/2006/main">
            <a:off x="9654687"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1C92F10A-F1DB-4F61-97FE-B6BF9D37EFD9}"/>
              </a:ext>
            </a:extLst>
          </p:cNvPr>
          <p:cNvSpPr>
            <a:spLocks xmlns:a="http://schemas.openxmlformats.org/drawingml/2006/main" noGrp="1"/>
          </p:cNvSpPr>
          <p:nvPr/>
        </p:nvSpPr>
        <p:spPr>
          <a:xfrm xmlns:a="http://schemas.openxmlformats.org/drawingml/2006/main">
            <a:off x="9777413"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BD464464-87C3-4B4E-9FDA-BB3B2CB23A4A}"/>
              </a:ext>
            </a:extLst>
          </p:cNvPr>
          <p:cNvSpPr>
            <a:spLocks xmlns:a="http://schemas.openxmlformats.org/drawingml/2006/main" noGrp="1"/>
          </p:cNvSpPr>
          <p:nvPr/>
        </p:nvSpPr>
        <p:spPr>
          <a:xfrm xmlns:a="http://schemas.openxmlformats.org/drawingml/2006/main">
            <a:off x="10513768"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A08244DD-1E37-4ED0-AD83-391352F71073}"/>
              </a:ext>
            </a:extLst>
          </p:cNvPr>
          <p:cNvSpPr>
            <a:spLocks xmlns:a="http://schemas.openxmlformats.org/drawingml/2006/main" noGrp="1"/>
          </p:cNvSpPr>
          <p:nvPr/>
        </p:nvSpPr>
        <p:spPr>
          <a:xfrm xmlns:a="http://schemas.openxmlformats.org/drawingml/2006/main">
            <a:off x="10636494"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2E665EB5-FBE3-4FC9-9E96-6E18231E1635}"/>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92B764F4-4610-47A0-9143-BF8D259A97A0}"/>
              </a:ext>
            </a:extLst>
          </p:cNvPr>
          <p:cNvSpPr>
            <a:spLocks xmlns:a="http://schemas.openxmlformats.org/drawingml/2006/main" noGrp="1"/>
          </p:cNvSpPr>
          <p:nvPr/>
        </p:nvSpPr>
        <p:spPr>
          <a:xfrm xmlns:a="http://schemas.openxmlformats.org/drawingml/2006/main">
            <a:off x="904105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A06021CF-9D79-46F2-A8C0-E1D695618B5A}"/>
              </a:ext>
            </a:extLst>
          </p:cNvPr>
          <p:cNvSpPr>
            <a:spLocks xmlns:a="http://schemas.openxmlformats.org/drawingml/2006/main" noGrp="1"/>
          </p:cNvSpPr>
          <p:nvPr/>
        </p:nvSpPr>
        <p:spPr>
          <a:xfrm xmlns:a="http://schemas.openxmlformats.org/drawingml/2006/main">
            <a:off x="990013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3CE68504-D74F-4D9F-8730-D4248F5A8435}"/>
              </a:ext>
            </a:extLst>
          </p:cNvPr>
          <p:cNvSpPr>
            <a:spLocks xmlns:a="http://schemas.openxmlformats.org/drawingml/2006/main" noGrp="1"/>
          </p:cNvSpPr>
          <p:nvPr/>
        </p:nvSpPr>
        <p:spPr>
          <a:xfrm xmlns:a="http://schemas.openxmlformats.org/drawingml/2006/main">
            <a:off x="10759220"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970B9DE0-26AE-47C4-B89B-8E96A1288929}"/>
              </a:ext>
            </a:extLst>
          </p:cNvPr>
          <p:cNvSpPr>
            <a:spLocks xmlns:a="http://schemas.openxmlformats.org/drawingml/2006/main" noGrp="1"/>
          </p:cNvSpPr>
          <p:nvPr/>
        </p:nvSpPr>
        <p:spPr>
          <a:xfrm xmlns:a="http://schemas.openxmlformats.org/drawingml/2006/main">
            <a:off x="11004672" y="5067300"/>
            <a:ext cx="24545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C7BEE329-2A9C-4A88-95AB-0D969349BD64}"/>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B922211-47FF-4D70-B25A-599401198023}"/>
              </a:ext>
            </a:extLst>
          </p:cNvPr>
          <p:cNvSpPr>
            <a:spLocks xmlns:a="http://schemas.openxmlformats.org/drawingml/2006/main" noGrp="1"/>
          </p:cNvSpPr>
          <p:nvPr/>
        </p:nvSpPr>
        <p:spPr>
          <a:xfrm xmlns:a="http://schemas.openxmlformats.org/drawingml/2006/main">
            <a:off x="8181975" y="54387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356E8AD5-1128-4615-A60B-C945AA2B463A}"/>
              </a:ext>
            </a:extLst>
          </p:cNvPr>
          <p:cNvSpPr>
            <a:spLocks xmlns:a="http://schemas.openxmlformats.org/drawingml/2006/main" noGrp="1"/>
          </p:cNvSpPr>
          <p:nvPr/>
        </p:nvSpPr>
        <p:spPr>
          <a:xfrm xmlns:a="http://schemas.openxmlformats.org/drawingml/2006/main">
            <a:off x="8795605"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F7142AEA-7B96-49D2-B103-172D89FFCDAE}"/>
              </a:ext>
            </a:extLst>
          </p:cNvPr>
          <p:cNvSpPr>
            <a:spLocks xmlns:a="http://schemas.openxmlformats.org/drawingml/2006/main" noGrp="1"/>
          </p:cNvSpPr>
          <p:nvPr/>
        </p:nvSpPr>
        <p:spPr>
          <a:xfrm xmlns:a="http://schemas.openxmlformats.org/drawingml/2006/main">
            <a:off x="8918331"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6A33DE03-B8B7-435E-A020-35586FF7D5BD}"/>
              </a:ext>
            </a:extLst>
          </p:cNvPr>
          <p:cNvSpPr>
            <a:spLocks xmlns:a="http://schemas.openxmlformats.org/drawingml/2006/main" noGrp="1"/>
          </p:cNvSpPr>
          <p:nvPr/>
        </p:nvSpPr>
        <p:spPr>
          <a:xfrm xmlns:a="http://schemas.openxmlformats.org/drawingml/2006/main">
            <a:off x="9654687"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B932A86F-2633-45D1-A1AE-A8A16756E8C2}"/>
              </a:ext>
            </a:extLst>
          </p:cNvPr>
          <p:cNvSpPr>
            <a:spLocks xmlns:a="http://schemas.openxmlformats.org/drawingml/2006/main" noGrp="1"/>
          </p:cNvSpPr>
          <p:nvPr/>
        </p:nvSpPr>
        <p:spPr>
          <a:xfrm xmlns:a="http://schemas.openxmlformats.org/drawingml/2006/main">
            <a:off x="9777413"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B661EF8A-87C5-4B06-B08B-C9C6E1746E26}"/>
              </a:ext>
            </a:extLst>
          </p:cNvPr>
          <p:cNvSpPr>
            <a:spLocks xmlns:a="http://schemas.openxmlformats.org/drawingml/2006/main" noGrp="1"/>
          </p:cNvSpPr>
          <p:nvPr/>
        </p:nvSpPr>
        <p:spPr>
          <a:xfrm xmlns:a="http://schemas.openxmlformats.org/drawingml/2006/main">
            <a:off x="10513768"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3289B52C-7393-4546-B208-A40D819EEE4B}"/>
              </a:ext>
            </a:extLst>
          </p:cNvPr>
          <p:cNvSpPr>
            <a:spLocks xmlns:a="http://schemas.openxmlformats.org/drawingml/2006/main" noGrp="1"/>
          </p:cNvSpPr>
          <p:nvPr/>
        </p:nvSpPr>
        <p:spPr>
          <a:xfrm xmlns:a="http://schemas.openxmlformats.org/drawingml/2006/main">
            <a:off x="10636494" y="54387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52C25F32-3339-42C3-B253-DB98D727B6BC}"/>
              </a:ext>
            </a:extLst>
          </p:cNvPr>
          <p:cNvSpPr>
            <a:spLocks xmlns:a="http://schemas.openxmlformats.org/drawingml/2006/main" noGrp="1"/>
          </p:cNvSpPr>
          <p:nvPr/>
        </p:nvSpPr>
        <p:spPr>
          <a:xfrm xmlns:a="http://schemas.openxmlformats.org/drawingml/2006/main">
            <a:off x="8181975"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3418E502-BDBE-4FD7-B4BA-9A8CE729022A}"/>
              </a:ext>
            </a:extLst>
          </p:cNvPr>
          <p:cNvSpPr>
            <a:spLocks xmlns:a="http://schemas.openxmlformats.org/drawingml/2006/main" noGrp="1"/>
          </p:cNvSpPr>
          <p:nvPr/>
        </p:nvSpPr>
        <p:spPr>
          <a:xfrm xmlns:a="http://schemas.openxmlformats.org/drawingml/2006/main">
            <a:off x="9041057"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0009A895-C8FA-432C-BCF0-764B29CB65C6}"/>
              </a:ext>
            </a:extLst>
          </p:cNvPr>
          <p:cNvSpPr>
            <a:spLocks xmlns:a="http://schemas.openxmlformats.org/drawingml/2006/main" noGrp="1"/>
          </p:cNvSpPr>
          <p:nvPr/>
        </p:nvSpPr>
        <p:spPr>
          <a:xfrm xmlns:a="http://schemas.openxmlformats.org/drawingml/2006/main">
            <a:off x="9900138"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56DFDE68-998A-4C0E-9B41-040C1E6B193C}"/>
              </a:ext>
            </a:extLst>
          </p:cNvPr>
          <p:cNvSpPr>
            <a:spLocks xmlns:a="http://schemas.openxmlformats.org/drawingml/2006/main" noGrp="1"/>
          </p:cNvSpPr>
          <p:nvPr/>
        </p:nvSpPr>
        <p:spPr>
          <a:xfrm xmlns:a="http://schemas.openxmlformats.org/drawingml/2006/main">
            <a:off x="10759220" y="54387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702AD202-380B-4FFD-9230-1F6D35821576}"/>
              </a:ext>
            </a:extLst>
          </p:cNvPr>
          <p:cNvSpPr>
            <a:spLocks xmlns:a="http://schemas.openxmlformats.org/drawingml/2006/main" noGrp="1"/>
          </p:cNvSpPr>
          <p:nvPr/>
        </p:nvSpPr>
        <p:spPr>
          <a:xfrm xmlns:a="http://schemas.openxmlformats.org/drawingml/2006/main">
            <a:off x="11250124" y="5610225"/>
            <a:ext cx="12272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4586649C-D7BE-44F2-A027-BE17136424E0}"/>
              </a:ext>
            </a:extLst>
          </p:cNvPr>
          <p:cNvSpPr>
            <a:spLocks xmlns:a="http://schemas.openxmlformats.org/drawingml/2006/main" noGrp="1"/>
          </p:cNvSpPr>
          <p:nvPr/>
        </p:nvSpPr>
        <p:spPr>
          <a:xfrm xmlns:a="http://schemas.openxmlformats.org/drawingml/2006/main">
            <a:off x="8181975" y="59721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0" name="Duraciones según el XML: jornada de 8 h. Barr">
            <a:extLst xmlns:a="http://schemas.openxmlformats.org/drawingml/2006/main">
              <a:ext uri="{FF2B5EF4-FFF2-40B4-BE49-F238E27FC236}">
                <a16:creationId xmlns:a16="http://schemas.microsoft.com/office/drawing/2014/main" id="{76BC752D-E628-4AE7-A721-63D750607CD3}"/>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101" name="Cronograma XML 2026">
            <a:extLst xmlns:a="http://schemas.openxmlformats.org/drawingml/2006/main">
              <a:ext uri="{FF2B5EF4-FFF2-40B4-BE49-F238E27FC236}">
                <a16:creationId xmlns:a16="http://schemas.microsoft.com/office/drawing/2014/main" id="{E60C04F4-BCDD-4E21-B24B-6EF459537330}"/>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102" name="18 / 20">
            <a:extLst xmlns:a="http://schemas.openxmlformats.org/drawingml/2006/main">
              <a:ext uri="{FF2B5EF4-FFF2-40B4-BE49-F238E27FC236}">
                <a16:creationId xmlns:a16="http://schemas.microsoft.com/office/drawing/2014/main" id="{BCDE11EB-075F-48F4-AA21-C8D426F6DC83}"/>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18 / 20</a:t>
            </a:r>
          </a:p>
        </p:txBody>
      </p:sp>
    </p:spTree>
    <p:extLst>
      <p:ext uri="{BB962C8B-B14F-4D97-AF65-F5344CB8AC3E}">
        <p14:creationId xmlns:p14="http://schemas.microsoft.com/office/powerpoint/2010/main" val="1158293389"/>
      </p:ext>
    </p:extLst>
  </p:cSld>
</p:sld>
</file>

<file path=ppt/slides/slide19.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90" name="6. Reportes y dashboard">
            <a:extLst xmlns:a="http://schemas.openxmlformats.org/drawingml/2006/main">
              <a:ext uri="{FF2B5EF4-FFF2-40B4-BE49-F238E27FC236}">
                <a16:creationId xmlns:a16="http://schemas.microsoft.com/office/drawing/2014/main" id="{7A5871CC-D7BB-411F-97D7-EE5BC5B08ABF}"/>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6. Reportes y dashboard</a:t>
            </a:r>
          </a:p>
        </p:txBody>
      </p:sp>
      <p:sp>
        <p:nvSpPr>
          <p:cNvPr id="2" name="31/08 al 25/09 de 2026  ·  20 días laborables">
            <a:extLst xmlns:a="http://schemas.openxmlformats.org/drawingml/2006/main">
              <a:ext uri="{FF2B5EF4-FFF2-40B4-BE49-F238E27FC236}">
                <a16:creationId xmlns:a16="http://schemas.microsoft.com/office/drawing/2014/main" id="{4C87DCA1-17CD-4D26-B121-D7BC07DA88F4}"/>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31/08 al 25/09 de 2026  ·  20 días laborables</a:t>
            </a:r>
          </a:p>
        </p:txBody>
      </p:sp>
      <p:graphicFrame>
        <p:nvGraphicFramePr>
          <p:cNvPr id="3" name="">
            <a:extLst xmlns:a="http://schemas.openxmlformats.org/drawingml/2006/main">
              <a:ext uri="{FF2B5EF4-FFF2-40B4-BE49-F238E27FC236}">
                <a16:creationId xmlns:a16="http://schemas.microsoft.com/office/drawing/2014/main" id="{44A335F9-3961-4A1B-9C2F-C3BC0D6FF587}"/>
              </a:ext>
            </a:extLst>
          </p:cNvPr>
          <p:cNvGraphicFramePr/>
          <p:nvPr/>
        </p:nvGraphicFramePr>
        <p:xfrm>
          <a:off xmlns:a="http://schemas.openxmlformats.org/drawingml/2006/main" x="809625" y="1781175"/>
          <a:ext xmlns:a="http://schemas.openxmlformats.org/drawingml/2006/main" cx="7105650" cy="3657600"/>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39</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Análisis de reportes requeridos por la empresa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4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31/08/26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03/09/26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40</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Diseño de consultas y estructura del dashboard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04/09/26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08/09/26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reportes de pedidos, inventarios, pagos y asistencia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5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09/09/26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15/09/26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42</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filtros por fechas, áreas, estados y clientes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16/09/26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18/09/26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43</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Desarrollo de indicadores principales del dashboard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21/09/26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23/09/26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44</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y correcciones del módulo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24/09/26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25/09/26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D1DC060-3FDB-45BB-B306-B39972A0FE4D}"/>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31/08">
            <a:extLst xmlns:a="http://schemas.openxmlformats.org/drawingml/2006/main">
              <a:ext uri="{FF2B5EF4-FFF2-40B4-BE49-F238E27FC236}">
                <a16:creationId xmlns:a16="http://schemas.microsoft.com/office/drawing/2014/main" id="{DCAEDA1C-1B2A-46A3-94F5-AB5046DCC148}"/>
              </a:ext>
            </a:extLst>
          </p:cNvPr>
          <p:cNvSpPr>
            <a:spLocks xmlns:a="http://schemas.openxmlformats.org/drawingml/2006/main" noGrp="1"/>
          </p:cNvSpPr>
          <p:nvPr/>
        </p:nvSpPr>
        <p:spPr>
          <a:xfrm xmlns:a="http://schemas.openxmlformats.org/drawingml/2006/main">
            <a:off x="8191500"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31/08</a:t>
            </a:r>
          </a:p>
        </p:txBody>
      </p:sp>
      <p:sp>
        <p:nvSpPr>
          <p:cNvPr id="6" name="07/09">
            <a:extLst xmlns:a="http://schemas.openxmlformats.org/drawingml/2006/main">
              <a:ext uri="{FF2B5EF4-FFF2-40B4-BE49-F238E27FC236}">
                <a16:creationId xmlns:a16="http://schemas.microsoft.com/office/drawing/2014/main" id="{DFF05EF6-F491-44C0-862E-F40BC9885D76}"/>
              </a:ext>
            </a:extLst>
          </p:cNvPr>
          <p:cNvSpPr>
            <a:spLocks xmlns:a="http://schemas.openxmlformats.org/drawingml/2006/main" noGrp="1"/>
          </p:cNvSpPr>
          <p:nvPr/>
        </p:nvSpPr>
        <p:spPr>
          <a:xfrm xmlns:a="http://schemas.openxmlformats.org/drawingml/2006/main">
            <a:off x="9050582"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07/09</a:t>
            </a:r>
          </a:p>
        </p:txBody>
      </p:sp>
      <p:sp>
        <p:nvSpPr>
          <p:cNvPr id="7" name="14/09">
            <a:extLst xmlns:a="http://schemas.openxmlformats.org/drawingml/2006/main">
              <a:ext uri="{FF2B5EF4-FFF2-40B4-BE49-F238E27FC236}">
                <a16:creationId xmlns:a16="http://schemas.microsoft.com/office/drawing/2014/main" id="{CEFA2774-6D43-4717-A8A8-D23842488F31}"/>
              </a:ext>
            </a:extLst>
          </p:cNvPr>
          <p:cNvSpPr>
            <a:spLocks xmlns:a="http://schemas.openxmlformats.org/drawingml/2006/main" noGrp="1"/>
          </p:cNvSpPr>
          <p:nvPr/>
        </p:nvSpPr>
        <p:spPr>
          <a:xfrm xmlns:a="http://schemas.openxmlformats.org/drawingml/2006/main">
            <a:off x="9909663" y="1876425"/>
            <a:ext cx="84003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14/09</a:t>
            </a:r>
          </a:p>
        </p:txBody>
      </p:sp>
      <p:sp>
        <p:nvSpPr>
          <p:cNvPr id="8" name="21/09">
            <a:extLst xmlns:a="http://schemas.openxmlformats.org/drawingml/2006/main">
              <a:ext uri="{FF2B5EF4-FFF2-40B4-BE49-F238E27FC236}">
                <a16:creationId xmlns:a16="http://schemas.microsoft.com/office/drawing/2014/main" id="{9525BB6E-C652-4E05-A31C-AAAE250EE549}"/>
              </a:ext>
            </a:extLst>
          </p:cNvPr>
          <p:cNvSpPr>
            <a:spLocks xmlns:a="http://schemas.openxmlformats.org/drawingml/2006/main" noGrp="1"/>
          </p:cNvSpPr>
          <p:nvPr/>
        </p:nvSpPr>
        <p:spPr>
          <a:xfrm xmlns:a="http://schemas.openxmlformats.org/drawingml/2006/main">
            <a:off x="10768745" y="1876425"/>
            <a:ext cx="59458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21/09</a:t>
            </a:r>
          </a:p>
        </p:txBody>
      </p:sp>
      <p:sp>
        <p:nvSpPr>
          <p:cNvPr id="9" name="">
            <a:extLst xmlns:a="http://schemas.openxmlformats.org/drawingml/2006/main">
              <a:ext uri="{FF2B5EF4-FFF2-40B4-BE49-F238E27FC236}">
                <a16:creationId xmlns:a16="http://schemas.microsoft.com/office/drawing/2014/main" id="{E7B8F5A6-7E36-4627-8059-F42A3BE7E219}"/>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42C082-0252-4179-AD9F-95C151B6C4B6}"/>
              </a:ext>
            </a:extLst>
          </p:cNvPr>
          <p:cNvSpPr>
            <a:spLocks xmlns:a="http://schemas.openxmlformats.org/drawingml/2006/main" noGrp="1"/>
          </p:cNvSpPr>
          <p:nvPr/>
        </p:nvSpPr>
        <p:spPr>
          <a:xfrm xmlns:a="http://schemas.openxmlformats.org/drawingml/2006/main">
            <a:off x="8795605"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1D3A4F-01D1-4ABE-8CE9-73C2C810A947}"/>
              </a:ext>
            </a:extLst>
          </p:cNvPr>
          <p:cNvSpPr>
            <a:spLocks xmlns:a="http://schemas.openxmlformats.org/drawingml/2006/main" noGrp="1"/>
          </p:cNvSpPr>
          <p:nvPr/>
        </p:nvSpPr>
        <p:spPr>
          <a:xfrm xmlns:a="http://schemas.openxmlformats.org/drawingml/2006/main">
            <a:off x="8918331"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3A13133-434E-4EB6-BEB3-07CEECB0317B}"/>
              </a:ext>
            </a:extLst>
          </p:cNvPr>
          <p:cNvSpPr>
            <a:spLocks xmlns:a="http://schemas.openxmlformats.org/drawingml/2006/main" noGrp="1"/>
          </p:cNvSpPr>
          <p:nvPr/>
        </p:nvSpPr>
        <p:spPr>
          <a:xfrm xmlns:a="http://schemas.openxmlformats.org/drawingml/2006/main">
            <a:off x="9654687"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3E823D-440D-41EA-89A6-FD3617FC8152}"/>
              </a:ext>
            </a:extLst>
          </p:cNvPr>
          <p:cNvSpPr>
            <a:spLocks xmlns:a="http://schemas.openxmlformats.org/drawingml/2006/main" noGrp="1"/>
          </p:cNvSpPr>
          <p:nvPr/>
        </p:nvSpPr>
        <p:spPr>
          <a:xfrm xmlns:a="http://schemas.openxmlformats.org/drawingml/2006/main">
            <a:off x="9777413"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53093B-ADE8-4F02-A0E6-95D1EE232543}"/>
              </a:ext>
            </a:extLst>
          </p:cNvPr>
          <p:cNvSpPr>
            <a:spLocks xmlns:a="http://schemas.openxmlformats.org/drawingml/2006/main" noGrp="1"/>
          </p:cNvSpPr>
          <p:nvPr/>
        </p:nvSpPr>
        <p:spPr>
          <a:xfrm xmlns:a="http://schemas.openxmlformats.org/drawingml/2006/main">
            <a:off x="10513768"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401711-B87B-483E-B8FF-267C5E1871F0}"/>
              </a:ext>
            </a:extLst>
          </p:cNvPr>
          <p:cNvSpPr>
            <a:spLocks xmlns:a="http://schemas.openxmlformats.org/drawingml/2006/main" noGrp="1"/>
          </p:cNvSpPr>
          <p:nvPr/>
        </p:nvSpPr>
        <p:spPr>
          <a:xfrm xmlns:a="http://schemas.openxmlformats.org/drawingml/2006/main">
            <a:off x="10636494" y="21812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B4BC4EB-D091-432C-A12E-1DAEF25E3209}"/>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4F90A4-21DC-476B-BDFB-83D6F2AE1E3B}"/>
              </a:ext>
            </a:extLst>
          </p:cNvPr>
          <p:cNvSpPr>
            <a:spLocks xmlns:a="http://schemas.openxmlformats.org/drawingml/2006/main" noGrp="1"/>
          </p:cNvSpPr>
          <p:nvPr/>
        </p:nvSpPr>
        <p:spPr>
          <a:xfrm xmlns:a="http://schemas.openxmlformats.org/drawingml/2006/main">
            <a:off x="9041057"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688AF-8A51-42BA-B79D-1BB96866219E}"/>
              </a:ext>
            </a:extLst>
          </p:cNvPr>
          <p:cNvSpPr>
            <a:spLocks xmlns:a="http://schemas.openxmlformats.org/drawingml/2006/main" noGrp="1"/>
          </p:cNvSpPr>
          <p:nvPr/>
        </p:nvSpPr>
        <p:spPr>
          <a:xfrm xmlns:a="http://schemas.openxmlformats.org/drawingml/2006/main">
            <a:off x="9900138"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D09BE0-9F84-4A03-AC86-7B9D0B36EC74}"/>
              </a:ext>
            </a:extLst>
          </p:cNvPr>
          <p:cNvSpPr>
            <a:spLocks xmlns:a="http://schemas.openxmlformats.org/drawingml/2006/main" noGrp="1"/>
          </p:cNvSpPr>
          <p:nvPr/>
        </p:nvSpPr>
        <p:spPr>
          <a:xfrm xmlns:a="http://schemas.openxmlformats.org/drawingml/2006/main">
            <a:off x="10759220"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E60854-E152-48C6-820D-0D18B606E485}"/>
              </a:ext>
            </a:extLst>
          </p:cNvPr>
          <p:cNvSpPr>
            <a:spLocks xmlns:a="http://schemas.openxmlformats.org/drawingml/2006/main" noGrp="1"/>
          </p:cNvSpPr>
          <p:nvPr/>
        </p:nvSpPr>
        <p:spPr>
          <a:xfrm xmlns:a="http://schemas.openxmlformats.org/drawingml/2006/main">
            <a:off x="8181975" y="2352675"/>
            <a:ext cx="490904"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50BB4E-A34B-48FF-B709-9AE373CE4302}"/>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A31495B-F1C4-4BD2-940E-1A2800016C9D}"/>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41D551E-9896-4974-8785-7E99DD768CA9}"/>
              </a:ext>
            </a:extLst>
          </p:cNvPr>
          <p:cNvSpPr>
            <a:spLocks xmlns:a="http://schemas.openxmlformats.org/drawingml/2006/main" noGrp="1"/>
          </p:cNvSpPr>
          <p:nvPr/>
        </p:nvSpPr>
        <p:spPr>
          <a:xfrm xmlns:a="http://schemas.openxmlformats.org/drawingml/2006/main">
            <a:off x="8795605"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E39F512-49A8-4C5E-BF91-F8A41D323113}"/>
              </a:ext>
            </a:extLst>
          </p:cNvPr>
          <p:cNvSpPr>
            <a:spLocks xmlns:a="http://schemas.openxmlformats.org/drawingml/2006/main" noGrp="1"/>
          </p:cNvSpPr>
          <p:nvPr/>
        </p:nvSpPr>
        <p:spPr>
          <a:xfrm xmlns:a="http://schemas.openxmlformats.org/drawingml/2006/main">
            <a:off x="8918331"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2E8CE59-B523-490A-B7F1-D8E9333695C9}"/>
              </a:ext>
            </a:extLst>
          </p:cNvPr>
          <p:cNvSpPr>
            <a:spLocks xmlns:a="http://schemas.openxmlformats.org/drawingml/2006/main" noGrp="1"/>
          </p:cNvSpPr>
          <p:nvPr/>
        </p:nvSpPr>
        <p:spPr>
          <a:xfrm xmlns:a="http://schemas.openxmlformats.org/drawingml/2006/main">
            <a:off x="9654687"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901AE9B-A893-4371-B508-D6DDEF813A45}"/>
              </a:ext>
            </a:extLst>
          </p:cNvPr>
          <p:cNvSpPr>
            <a:spLocks xmlns:a="http://schemas.openxmlformats.org/drawingml/2006/main" noGrp="1"/>
          </p:cNvSpPr>
          <p:nvPr/>
        </p:nvSpPr>
        <p:spPr>
          <a:xfrm xmlns:a="http://schemas.openxmlformats.org/drawingml/2006/main">
            <a:off x="9777413"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84BFA95-9BDF-427E-BA21-7F04E907BBC6}"/>
              </a:ext>
            </a:extLst>
          </p:cNvPr>
          <p:cNvSpPr>
            <a:spLocks xmlns:a="http://schemas.openxmlformats.org/drawingml/2006/main" noGrp="1"/>
          </p:cNvSpPr>
          <p:nvPr/>
        </p:nvSpPr>
        <p:spPr>
          <a:xfrm xmlns:a="http://schemas.openxmlformats.org/drawingml/2006/main">
            <a:off x="10513768"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9BD2838-C6C2-4A7F-ADE4-B9FBAFFB0E33}"/>
              </a:ext>
            </a:extLst>
          </p:cNvPr>
          <p:cNvSpPr>
            <a:spLocks xmlns:a="http://schemas.openxmlformats.org/drawingml/2006/main" noGrp="1"/>
          </p:cNvSpPr>
          <p:nvPr/>
        </p:nvSpPr>
        <p:spPr>
          <a:xfrm xmlns:a="http://schemas.openxmlformats.org/drawingml/2006/main">
            <a:off x="10636494" y="27241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E6AA3CF-4BD3-4868-BCD6-D9A38F589B29}"/>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7CB7FFD-7FFA-45F5-BD30-66256BD62F69}"/>
              </a:ext>
            </a:extLst>
          </p:cNvPr>
          <p:cNvSpPr>
            <a:spLocks xmlns:a="http://schemas.openxmlformats.org/drawingml/2006/main" noGrp="1"/>
          </p:cNvSpPr>
          <p:nvPr/>
        </p:nvSpPr>
        <p:spPr>
          <a:xfrm xmlns:a="http://schemas.openxmlformats.org/drawingml/2006/main">
            <a:off x="9041057"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677EA2F-8BA3-4A31-8663-5ABFC0C66554}"/>
              </a:ext>
            </a:extLst>
          </p:cNvPr>
          <p:cNvSpPr>
            <a:spLocks xmlns:a="http://schemas.openxmlformats.org/drawingml/2006/main" noGrp="1"/>
          </p:cNvSpPr>
          <p:nvPr/>
        </p:nvSpPr>
        <p:spPr>
          <a:xfrm xmlns:a="http://schemas.openxmlformats.org/drawingml/2006/main">
            <a:off x="9900138"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4EB04C4-E362-4D89-BD7D-48C01ED57A72}"/>
              </a:ext>
            </a:extLst>
          </p:cNvPr>
          <p:cNvSpPr>
            <a:spLocks xmlns:a="http://schemas.openxmlformats.org/drawingml/2006/main" noGrp="1"/>
          </p:cNvSpPr>
          <p:nvPr/>
        </p:nvSpPr>
        <p:spPr>
          <a:xfrm xmlns:a="http://schemas.openxmlformats.org/drawingml/2006/main">
            <a:off x="10759220"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676A3D1-6B02-42F7-A84F-EBB123961550}"/>
              </a:ext>
            </a:extLst>
          </p:cNvPr>
          <p:cNvSpPr>
            <a:spLocks xmlns:a="http://schemas.openxmlformats.org/drawingml/2006/main" noGrp="1"/>
          </p:cNvSpPr>
          <p:nvPr/>
        </p:nvSpPr>
        <p:spPr>
          <a:xfrm xmlns:a="http://schemas.openxmlformats.org/drawingml/2006/main">
            <a:off x="8672879" y="2895600"/>
            <a:ext cx="613630"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2FDD14C-8D69-471C-BF89-9DA0B54764ED}"/>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1D4D331-64F0-45CA-8200-D7F09193DBC8}"/>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24A95CF-5A53-4E8A-9EBA-B963A61B6772}"/>
              </a:ext>
            </a:extLst>
          </p:cNvPr>
          <p:cNvSpPr>
            <a:spLocks xmlns:a="http://schemas.openxmlformats.org/drawingml/2006/main" noGrp="1"/>
          </p:cNvSpPr>
          <p:nvPr/>
        </p:nvSpPr>
        <p:spPr>
          <a:xfrm xmlns:a="http://schemas.openxmlformats.org/drawingml/2006/main">
            <a:off x="8795605"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AD36F55-72B3-45DF-BA1E-4AC0D1C33A2E}"/>
              </a:ext>
            </a:extLst>
          </p:cNvPr>
          <p:cNvSpPr>
            <a:spLocks xmlns:a="http://schemas.openxmlformats.org/drawingml/2006/main" noGrp="1"/>
          </p:cNvSpPr>
          <p:nvPr/>
        </p:nvSpPr>
        <p:spPr>
          <a:xfrm xmlns:a="http://schemas.openxmlformats.org/drawingml/2006/main">
            <a:off x="8918331"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80F68BC-8509-4B2A-BCFA-FB695D6B97D5}"/>
              </a:ext>
            </a:extLst>
          </p:cNvPr>
          <p:cNvSpPr>
            <a:spLocks xmlns:a="http://schemas.openxmlformats.org/drawingml/2006/main" noGrp="1"/>
          </p:cNvSpPr>
          <p:nvPr/>
        </p:nvSpPr>
        <p:spPr>
          <a:xfrm xmlns:a="http://schemas.openxmlformats.org/drawingml/2006/main">
            <a:off x="9654687"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13CD4C9-AC68-485D-95E0-FCFE0603D51C}"/>
              </a:ext>
            </a:extLst>
          </p:cNvPr>
          <p:cNvSpPr>
            <a:spLocks xmlns:a="http://schemas.openxmlformats.org/drawingml/2006/main" noGrp="1"/>
          </p:cNvSpPr>
          <p:nvPr/>
        </p:nvSpPr>
        <p:spPr>
          <a:xfrm xmlns:a="http://schemas.openxmlformats.org/drawingml/2006/main">
            <a:off x="9777413"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6B63D1B-EE79-4703-957F-C89DD3D6CEA9}"/>
              </a:ext>
            </a:extLst>
          </p:cNvPr>
          <p:cNvSpPr>
            <a:spLocks xmlns:a="http://schemas.openxmlformats.org/drawingml/2006/main" noGrp="1"/>
          </p:cNvSpPr>
          <p:nvPr/>
        </p:nvSpPr>
        <p:spPr>
          <a:xfrm xmlns:a="http://schemas.openxmlformats.org/drawingml/2006/main">
            <a:off x="10513768"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96DCB5E-28C4-4550-84CA-FFF65E8FEC24}"/>
              </a:ext>
            </a:extLst>
          </p:cNvPr>
          <p:cNvSpPr>
            <a:spLocks xmlns:a="http://schemas.openxmlformats.org/drawingml/2006/main" noGrp="1"/>
          </p:cNvSpPr>
          <p:nvPr/>
        </p:nvSpPr>
        <p:spPr>
          <a:xfrm xmlns:a="http://schemas.openxmlformats.org/drawingml/2006/main">
            <a:off x="10636494" y="326707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84EB4C2-95AE-4F0D-965B-E8677AE02A87}"/>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2BFCEFB-C8DD-4AA4-B799-3635D97ECFBE}"/>
              </a:ext>
            </a:extLst>
          </p:cNvPr>
          <p:cNvSpPr>
            <a:spLocks xmlns:a="http://schemas.openxmlformats.org/drawingml/2006/main" noGrp="1"/>
          </p:cNvSpPr>
          <p:nvPr/>
        </p:nvSpPr>
        <p:spPr>
          <a:xfrm xmlns:a="http://schemas.openxmlformats.org/drawingml/2006/main">
            <a:off x="9041057"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8A6DDE1-59C2-46F0-A159-29F8A79E2E05}"/>
              </a:ext>
            </a:extLst>
          </p:cNvPr>
          <p:cNvSpPr>
            <a:spLocks xmlns:a="http://schemas.openxmlformats.org/drawingml/2006/main" noGrp="1"/>
          </p:cNvSpPr>
          <p:nvPr/>
        </p:nvSpPr>
        <p:spPr>
          <a:xfrm xmlns:a="http://schemas.openxmlformats.org/drawingml/2006/main">
            <a:off x="9900138"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20A5D1F-61A5-4858-902F-23E5D388CE70}"/>
              </a:ext>
            </a:extLst>
          </p:cNvPr>
          <p:cNvSpPr>
            <a:spLocks xmlns:a="http://schemas.openxmlformats.org/drawingml/2006/main" noGrp="1"/>
          </p:cNvSpPr>
          <p:nvPr/>
        </p:nvSpPr>
        <p:spPr>
          <a:xfrm xmlns:a="http://schemas.openxmlformats.org/drawingml/2006/main">
            <a:off x="10759220"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2D98CEF-2892-48E4-93F6-A134F544941E}"/>
              </a:ext>
            </a:extLst>
          </p:cNvPr>
          <p:cNvSpPr>
            <a:spLocks xmlns:a="http://schemas.openxmlformats.org/drawingml/2006/main" noGrp="1"/>
          </p:cNvSpPr>
          <p:nvPr/>
        </p:nvSpPr>
        <p:spPr>
          <a:xfrm xmlns:a="http://schemas.openxmlformats.org/drawingml/2006/main">
            <a:off x="9286509" y="3438525"/>
            <a:ext cx="85908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673ED39-FBBB-4F64-A658-A334676DDBFE}"/>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9900A54-3C46-4861-A2D0-F5AE88BD2F13}"/>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17FD5FB-3C09-4AC7-85A0-F6946F4F6CB9}"/>
              </a:ext>
            </a:extLst>
          </p:cNvPr>
          <p:cNvSpPr>
            <a:spLocks xmlns:a="http://schemas.openxmlformats.org/drawingml/2006/main" noGrp="1"/>
          </p:cNvSpPr>
          <p:nvPr/>
        </p:nvSpPr>
        <p:spPr>
          <a:xfrm xmlns:a="http://schemas.openxmlformats.org/drawingml/2006/main">
            <a:off x="8795605"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0E7C341-7532-43CD-B7C2-159B79E60B1B}"/>
              </a:ext>
            </a:extLst>
          </p:cNvPr>
          <p:cNvSpPr>
            <a:spLocks xmlns:a="http://schemas.openxmlformats.org/drawingml/2006/main" noGrp="1"/>
          </p:cNvSpPr>
          <p:nvPr/>
        </p:nvSpPr>
        <p:spPr>
          <a:xfrm xmlns:a="http://schemas.openxmlformats.org/drawingml/2006/main">
            <a:off x="8918331"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3CF8943-FAB4-48CA-9F0C-024AE89C2155}"/>
              </a:ext>
            </a:extLst>
          </p:cNvPr>
          <p:cNvSpPr>
            <a:spLocks xmlns:a="http://schemas.openxmlformats.org/drawingml/2006/main" noGrp="1"/>
          </p:cNvSpPr>
          <p:nvPr/>
        </p:nvSpPr>
        <p:spPr>
          <a:xfrm xmlns:a="http://schemas.openxmlformats.org/drawingml/2006/main">
            <a:off x="9654687"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5A38B2E0-BE95-48D6-8AFA-C9E11B4BB963}"/>
              </a:ext>
            </a:extLst>
          </p:cNvPr>
          <p:cNvSpPr>
            <a:spLocks xmlns:a="http://schemas.openxmlformats.org/drawingml/2006/main" noGrp="1"/>
          </p:cNvSpPr>
          <p:nvPr/>
        </p:nvSpPr>
        <p:spPr>
          <a:xfrm xmlns:a="http://schemas.openxmlformats.org/drawingml/2006/main">
            <a:off x="9777413"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644F0250-2DF0-4A3A-ABBB-5D3879AB2425}"/>
              </a:ext>
            </a:extLst>
          </p:cNvPr>
          <p:cNvSpPr>
            <a:spLocks xmlns:a="http://schemas.openxmlformats.org/drawingml/2006/main" noGrp="1"/>
          </p:cNvSpPr>
          <p:nvPr/>
        </p:nvSpPr>
        <p:spPr>
          <a:xfrm xmlns:a="http://schemas.openxmlformats.org/drawingml/2006/main">
            <a:off x="10513768"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B1EC8745-64CB-4FAD-A172-A1AEA409E65C}"/>
              </a:ext>
            </a:extLst>
          </p:cNvPr>
          <p:cNvSpPr>
            <a:spLocks xmlns:a="http://schemas.openxmlformats.org/drawingml/2006/main" noGrp="1"/>
          </p:cNvSpPr>
          <p:nvPr/>
        </p:nvSpPr>
        <p:spPr>
          <a:xfrm xmlns:a="http://schemas.openxmlformats.org/drawingml/2006/main">
            <a:off x="10636494" y="381000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EC55559-FA88-4CA3-9181-ABA237D90DCB}"/>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6A3C735-86C3-4A17-B550-86CBAF3C01C4}"/>
              </a:ext>
            </a:extLst>
          </p:cNvPr>
          <p:cNvSpPr>
            <a:spLocks xmlns:a="http://schemas.openxmlformats.org/drawingml/2006/main" noGrp="1"/>
          </p:cNvSpPr>
          <p:nvPr/>
        </p:nvSpPr>
        <p:spPr>
          <a:xfrm xmlns:a="http://schemas.openxmlformats.org/drawingml/2006/main">
            <a:off x="9041057"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53F097A-AE13-401E-A9B2-1AFC215891EC}"/>
              </a:ext>
            </a:extLst>
          </p:cNvPr>
          <p:cNvSpPr>
            <a:spLocks xmlns:a="http://schemas.openxmlformats.org/drawingml/2006/main" noGrp="1"/>
          </p:cNvSpPr>
          <p:nvPr/>
        </p:nvSpPr>
        <p:spPr>
          <a:xfrm xmlns:a="http://schemas.openxmlformats.org/drawingml/2006/main">
            <a:off x="9900138"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ED6AD39-9921-4261-B4B4-1CC4D8726F14}"/>
              </a:ext>
            </a:extLst>
          </p:cNvPr>
          <p:cNvSpPr>
            <a:spLocks xmlns:a="http://schemas.openxmlformats.org/drawingml/2006/main" noGrp="1"/>
          </p:cNvSpPr>
          <p:nvPr/>
        </p:nvSpPr>
        <p:spPr>
          <a:xfrm xmlns:a="http://schemas.openxmlformats.org/drawingml/2006/main">
            <a:off x="10759220"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3055F734-5540-4B42-8FEB-0522A086D924}"/>
              </a:ext>
            </a:extLst>
          </p:cNvPr>
          <p:cNvSpPr>
            <a:spLocks xmlns:a="http://schemas.openxmlformats.org/drawingml/2006/main" noGrp="1"/>
          </p:cNvSpPr>
          <p:nvPr/>
        </p:nvSpPr>
        <p:spPr>
          <a:xfrm xmlns:a="http://schemas.openxmlformats.org/drawingml/2006/main">
            <a:off x="10145590" y="3981450"/>
            <a:ext cx="368178"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9783C236-AC6B-40AD-B372-DF8A4F9B525B}"/>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7B72888-E432-4F01-867E-2BBED71856DE}"/>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D8FB2E0F-C68C-47C0-8B12-2AAF66AF4EB6}"/>
              </a:ext>
            </a:extLst>
          </p:cNvPr>
          <p:cNvSpPr>
            <a:spLocks xmlns:a="http://schemas.openxmlformats.org/drawingml/2006/main" noGrp="1"/>
          </p:cNvSpPr>
          <p:nvPr/>
        </p:nvSpPr>
        <p:spPr>
          <a:xfrm xmlns:a="http://schemas.openxmlformats.org/drawingml/2006/main">
            <a:off x="8795605"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217910F9-6BEB-4BB2-BB2C-1ED5DC1D388F}"/>
              </a:ext>
            </a:extLst>
          </p:cNvPr>
          <p:cNvSpPr>
            <a:spLocks xmlns:a="http://schemas.openxmlformats.org/drawingml/2006/main" noGrp="1"/>
          </p:cNvSpPr>
          <p:nvPr/>
        </p:nvSpPr>
        <p:spPr>
          <a:xfrm xmlns:a="http://schemas.openxmlformats.org/drawingml/2006/main">
            <a:off x="8918331"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9967CC3B-5F59-456B-970B-9E422BE42FDD}"/>
              </a:ext>
            </a:extLst>
          </p:cNvPr>
          <p:cNvSpPr>
            <a:spLocks xmlns:a="http://schemas.openxmlformats.org/drawingml/2006/main" noGrp="1"/>
          </p:cNvSpPr>
          <p:nvPr/>
        </p:nvSpPr>
        <p:spPr>
          <a:xfrm xmlns:a="http://schemas.openxmlformats.org/drawingml/2006/main">
            <a:off x="9654687"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9DA3BCF3-86EF-4754-BEE2-0F56390E28C8}"/>
              </a:ext>
            </a:extLst>
          </p:cNvPr>
          <p:cNvSpPr>
            <a:spLocks xmlns:a="http://schemas.openxmlformats.org/drawingml/2006/main" noGrp="1"/>
          </p:cNvSpPr>
          <p:nvPr/>
        </p:nvSpPr>
        <p:spPr>
          <a:xfrm xmlns:a="http://schemas.openxmlformats.org/drawingml/2006/main">
            <a:off x="9777413"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8F3888DC-5825-4BD3-B07F-2CE7CA0D2510}"/>
              </a:ext>
            </a:extLst>
          </p:cNvPr>
          <p:cNvSpPr>
            <a:spLocks xmlns:a="http://schemas.openxmlformats.org/drawingml/2006/main" noGrp="1"/>
          </p:cNvSpPr>
          <p:nvPr/>
        </p:nvSpPr>
        <p:spPr>
          <a:xfrm xmlns:a="http://schemas.openxmlformats.org/drawingml/2006/main">
            <a:off x="10513768"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879745F2-C9F7-4AC8-9226-9BFA868F7229}"/>
              </a:ext>
            </a:extLst>
          </p:cNvPr>
          <p:cNvSpPr>
            <a:spLocks xmlns:a="http://schemas.openxmlformats.org/drawingml/2006/main" noGrp="1"/>
          </p:cNvSpPr>
          <p:nvPr/>
        </p:nvSpPr>
        <p:spPr>
          <a:xfrm xmlns:a="http://schemas.openxmlformats.org/drawingml/2006/main">
            <a:off x="10636494" y="4352925"/>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E127C490-CB5F-41F9-BB4B-0B6C5B81D24E}"/>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366AC717-8763-4F1D-A9FC-5AE0B616139D}"/>
              </a:ext>
            </a:extLst>
          </p:cNvPr>
          <p:cNvSpPr>
            <a:spLocks xmlns:a="http://schemas.openxmlformats.org/drawingml/2006/main" noGrp="1"/>
          </p:cNvSpPr>
          <p:nvPr/>
        </p:nvSpPr>
        <p:spPr>
          <a:xfrm xmlns:a="http://schemas.openxmlformats.org/drawingml/2006/main">
            <a:off x="9041057"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24FA891B-57BB-4E07-8880-EE8F38C2F737}"/>
              </a:ext>
            </a:extLst>
          </p:cNvPr>
          <p:cNvSpPr>
            <a:spLocks xmlns:a="http://schemas.openxmlformats.org/drawingml/2006/main" noGrp="1"/>
          </p:cNvSpPr>
          <p:nvPr/>
        </p:nvSpPr>
        <p:spPr>
          <a:xfrm xmlns:a="http://schemas.openxmlformats.org/drawingml/2006/main">
            <a:off x="9900138"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3A5FABF1-2137-4D4C-8A33-724889D8FFC4}"/>
              </a:ext>
            </a:extLst>
          </p:cNvPr>
          <p:cNvSpPr>
            <a:spLocks xmlns:a="http://schemas.openxmlformats.org/drawingml/2006/main" noGrp="1"/>
          </p:cNvSpPr>
          <p:nvPr/>
        </p:nvSpPr>
        <p:spPr>
          <a:xfrm xmlns:a="http://schemas.openxmlformats.org/drawingml/2006/main">
            <a:off x="10759220"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7072BE11-588A-456B-B535-0B0785460D6C}"/>
              </a:ext>
            </a:extLst>
          </p:cNvPr>
          <p:cNvSpPr>
            <a:spLocks xmlns:a="http://schemas.openxmlformats.org/drawingml/2006/main" noGrp="1"/>
          </p:cNvSpPr>
          <p:nvPr/>
        </p:nvSpPr>
        <p:spPr>
          <a:xfrm xmlns:a="http://schemas.openxmlformats.org/drawingml/2006/main">
            <a:off x="10759220" y="4524375"/>
            <a:ext cx="368178"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9E0C3E1F-9933-4E53-BE6B-63074C4409C4}"/>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3B6FF12E-3287-44AB-BC36-354794CC83D7}"/>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8B83EA12-B0C4-4A76-9328-8D67BF77C299}"/>
              </a:ext>
            </a:extLst>
          </p:cNvPr>
          <p:cNvSpPr>
            <a:spLocks xmlns:a="http://schemas.openxmlformats.org/drawingml/2006/main" noGrp="1"/>
          </p:cNvSpPr>
          <p:nvPr/>
        </p:nvSpPr>
        <p:spPr>
          <a:xfrm xmlns:a="http://schemas.openxmlformats.org/drawingml/2006/main">
            <a:off x="8795605"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B75964B1-55DF-4AEF-9BBE-30B80507471F}"/>
              </a:ext>
            </a:extLst>
          </p:cNvPr>
          <p:cNvSpPr>
            <a:spLocks xmlns:a="http://schemas.openxmlformats.org/drawingml/2006/main" noGrp="1"/>
          </p:cNvSpPr>
          <p:nvPr/>
        </p:nvSpPr>
        <p:spPr>
          <a:xfrm xmlns:a="http://schemas.openxmlformats.org/drawingml/2006/main">
            <a:off x="8918331"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37D2707E-40C8-4C89-9151-30BBF9A73325}"/>
              </a:ext>
            </a:extLst>
          </p:cNvPr>
          <p:cNvSpPr>
            <a:spLocks xmlns:a="http://schemas.openxmlformats.org/drawingml/2006/main" noGrp="1"/>
          </p:cNvSpPr>
          <p:nvPr/>
        </p:nvSpPr>
        <p:spPr>
          <a:xfrm xmlns:a="http://schemas.openxmlformats.org/drawingml/2006/main">
            <a:off x="9654687"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C5F003DA-A473-4049-B58E-6F0567E80EB8}"/>
              </a:ext>
            </a:extLst>
          </p:cNvPr>
          <p:cNvSpPr>
            <a:spLocks xmlns:a="http://schemas.openxmlformats.org/drawingml/2006/main" noGrp="1"/>
          </p:cNvSpPr>
          <p:nvPr/>
        </p:nvSpPr>
        <p:spPr>
          <a:xfrm xmlns:a="http://schemas.openxmlformats.org/drawingml/2006/main">
            <a:off x="9777413"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D20985A8-3215-4536-8FBA-AA75B4C5A47A}"/>
              </a:ext>
            </a:extLst>
          </p:cNvPr>
          <p:cNvSpPr>
            <a:spLocks xmlns:a="http://schemas.openxmlformats.org/drawingml/2006/main" noGrp="1"/>
          </p:cNvSpPr>
          <p:nvPr/>
        </p:nvSpPr>
        <p:spPr>
          <a:xfrm xmlns:a="http://schemas.openxmlformats.org/drawingml/2006/main">
            <a:off x="10513768"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6D64D6DC-501E-4899-989A-3C5B4FC13F33}"/>
              </a:ext>
            </a:extLst>
          </p:cNvPr>
          <p:cNvSpPr>
            <a:spLocks xmlns:a="http://schemas.openxmlformats.org/drawingml/2006/main" noGrp="1"/>
          </p:cNvSpPr>
          <p:nvPr/>
        </p:nvSpPr>
        <p:spPr>
          <a:xfrm xmlns:a="http://schemas.openxmlformats.org/drawingml/2006/main">
            <a:off x="10636494" y="4895850"/>
            <a:ext cx="12272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338455C4-A615-4017-AEEA-19BD71F688DC}"/>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049311CE-90FD-4B63-925F-67117B206DD1}"/>
              </a:ext>
            </a:extLst>
          </p:cNvPr>
          <p:cNvSpPr>
            <a:spLocks xmlns:a="http://schemas.openxmlformats.org/drawingml/2006/main" noGrp="1"/>
          </p:cNvSpPr>
          <p:nvPr/>
        </p:nvSpPr>
        <p:spPr>
          <a:xfrm xmlns:a="http://schemas.openxmlformats.org/drawingml/2006/main">
            <a:off x="9041057"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9ACD0A96-CBDD-42C8-ADEB-AD07C408A1F1}"/>
              </a:ext>
            </a:extLst>
          </p:cNvPr>
          <p:cNvSpPr>
            <a:spLocks xmlns:a="http://schemas.openxmlformats.org/drawingml/2006/main" noGrp="1"/>
          </p:cNvSpPr>
          <p:nvPr/>
        </p:nvSpPr>
        <p:spPr>
          <a:xfrm xmlns:a="http://schemas.openxmlformats.org/drawingml/2006/main">
            <a:off x="9900138"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8FF70295-4E94-4F4C-BFAC-B80A388C39D4}"/>
              </a:ext>
            </a:extLst>
          </p:cNvPr>
          <p:cNvSpPr>
            <a:spLocks xmlns:a="http://schemas.openxmlformats.org/drawingml/2006/main" noGrp="1"/>
          </p:cNvSpPr>
          <p:nvPr/>
        </p:nvSpPr>
        <p:spPr>
          <a:xfrm xmlns:a="http://schemas.openxmlformats.org/drawingml/2006/main">
            <a:off x="10759220"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EE5AC0DF-D2E7-401C-ACC1-C4670BEE7055}"/>
              </a:ext>
            </a:extLst>
          </p:cNvPr>
          <p:cNvSpPr>
            <a:spLocks xmlns:a="http://schemas.openxmlformats.org/drawingml/2006/main" noGrp="1"/>
          </p:cNvSpPr>
          <p:nvPr/>
        </p:nvSpPr>
        <p:spPr>
          <a:xfrm xmlns:a="http://schemas.openxmlformats.org/drawingml/2006/main">
            <a:off x="11127398" y="5067300"/>
            <a:ext cx="24545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A02EFE72-3EDF-44C1-A019-06BCC9B036CC}"/>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87" name="Duraciones según el XML: jornada de 8 h. Barr">
            <a:extLst xmlns:a="http://schemas.openxmlformats.org/drawingml/2006/main">
              <a:ext uri="{FF2B5EF4-FFF2-40B4-BE49-F238E27FC236}">
                <a16:creationId xmlns:a16="http://schemas.microsoft.com/office/drawing/2014/main" id="{6DDB5DEE-9730-4C48-9F2C-8243E58308DD}"/>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88" name="Cronograma XML 2026">
            <a:extLst xmlns:a="http://schemas.openxmlformats.org/drawingml/2006/main">
              <a:ext uri="{FF2B5EF4-FFF2-40B4-BE49-F238E27FC236}">
                <a16:creationId xmlns:a16="http://schemas.microsoft.com/office/drawing/2014/main" id="{5658B54B-1902-40C0-B0FE-6FD1C9A3DCB9}"/>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89" name="19 / 20">
            <a:extLst xmlns:a="http://schemas.openxmlformats.org/drawingml/2006/main">
              <a:ext uri="{FF2B5EF4-FFF2-40B4-BE49-F238E27FC236}">
                <a16:creationId xmlns:a16="http://schemas.microsoft.com/office/drawing/2014/main" id="{4913B856-DE1F-4641-A1EF-712E7CB42A29}"/>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19 / 20</a:t>
            </a:r>
          </a:p>
        </p:txBody>
      </p:sp>
    </p:spTree>
    <p:extLst>
      <p:ext uri="{BB962C8B-B14F-4D97-AF65-F5344CB8AC3E}">
        <p14:creationId xmlns:p14="http://schemas.microsoft.com/office/powerpoint/2010/main" val="464236673"/>
      </p:ext>
    </p:extLst>
  </p:cSld>
</p:sld>
</file>

<file path=ppt/slides/slide2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52" name="7. Integración, implementación y entrega">
            <a:extLst xmlns:a="http://schemas.openxmlformats.org/drawingml/2006/main">
              <a:ext uri="{FF2B5EF4-FFF2-40B4-BE49-F238E27FC236}">
                <a16:creationId xmlns:a16="http://schemas.microsoft.com/office/drawing/2014/main" id="{6BE740E9-6A8C-452E-AB01-9D3E576A55EC}"/>
              </a:ext>
            </a:extLst>
          </p:cNvPr>
          <p:cNvSpPr>
            <a:spLocks xmlns:a="http://schemas.openxmlformats.org/drawingml/2006/main" noGrp="1"/>
          </p:cNvSpPr>
          <p:nvPr/>
        </p:nvSpPr>
        <p:spPr>
          <a:xfrm xmlns:a="http://schemas.openxmlformats.org/drawingml/2006/main">
            <a:off x="812768" y="812768"/>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3200" b="1">
                <a:solidFill>
                  <a:srgbClr val="7B1114"/>
                </a:solidFill>
                <a:latin typeface="Montserrat"/>
                <a:ea typeface="Montserrat"/>
                <a:cs typeface="Montserrat"/>
              </a:defRPr>
            </a:defPPr>
            <a:lvl1pPr algn="l">
              <a:defRPr sz="3200" b="1">
                <a:solidFill>
                  <a:srgbClr val="7B1114"/>
                </a:solidFill>
                <a:latin typeface="Montserrat"/>
                <a:ea typeface="Montserrat"/>
                <a:cs typeface="Montserrat"/>
              </a:defRPr>
            </a:lvl1pPr>
            <a:lvl2pPr algn="l">
              <a:defRPr sz="3200" b="1">
                <a:solidFill>
                  <a:srgbClr val="7B1114"/>
                </a:solidFill>
                <a:latin typeface="Montserrat"/>
                <a:ea typeface="Montserrat"/>
                <a:cs typeface="Montserrat"/>
              </a:defRPr>
            </a:lvl2pPr>
            <a:lvl3pPr algn="l">
              <a:defRPr sz="3200" b="1">
                <a:solidFill>
                  <a:srgbClr val="7B1114"/>
                </a:solidFill>
                <a:latin typeface="Montserrat"/>
                <a:ea typeface="Montserrat"/>
                <a:cs typeface="Montserrat"/>
              </a:defRPr>
            </a:lvl3pPr>
            <a:lvl4pPr algn="l">
              <a:defRPr sz="3200" b="1">
                <a:solidFill>
                  <a:srgbClr val="7B1114"/>
                </a:solidFill>
                <a:latin typeface="Montserrat"/>
                <a:ea typeface="Montserrat"/>
                <a:cs typeface="Montserrat"/>
              </a:defRPr>
            </a:lvl4pPr>
            <a:lvl5pPr algn="l">
              <a:defRPr sz="3200" b="1">
                <a:solidFill>
                  <a:srgbClr val="7B1114"/>
                </a:solidFill>
                <a:latin typeface="Montserrat"/>
                <a:ea typeface="Montserrat"/>
                <a:cs typeface="Montserrat"/>
              </a:defRPr>
            </a:lvl5pPr>
            <a:lvl6pPr algn="l">
              <a:defRPr sz="3200" b="1">
                <a:solidFill>
                  <a:srgbClr val="7B1114"/>
                </a:solidFill>
                <a:latin typeface="Montserrat"/>
                <a:ea typeface="Montserrat"/>
                <a:cs typeface="Montserrat"/>
              </a:defRPr>
            </a:lvl6pPr>
            <a:lvl7pPr algn="l">
              <a:defRPr sz="3200" b="1">
                <a:solidFill>
                  <a:srgbClr val="7B1114"/>
                </a:solidFill>
                <a:latin typeface="Montserrat"/>
                <a:ea typeface="Montserrat"/>
                <a:cs typeface="Montserrat"/>
              </a:defRPr>
            </a:lvl7pPr>
            <a:lvl8pPr algn="l">
              <a:defRPr sz="3200" b="1">
                <a:solidFill>
                  <a:srgbClr val="7B1114"/>
                </a:solidFill>
                <a:latin typeface="Montserrat"/>
                <a:ea typeface="Montserrat"/>
                <a:cs typeface="Montserrat"/>
              </a:defRPr>
            </a:lvl8pPr>
            <a:lvl9pPr algn="l">
              <a:defRPr sz="3200" b="1">
                <a:solidFill>
                  <a:srgbClr val="7B1114"/>
                </a:solidFill>
                <a:latin typeface="Montserrat"/>
                <a:ea typeface="Montserrat"/>
                <a:cs typeface="Montserrat"/>
              </a:defRPr>
            </a:lvl9pPr>
          </a:lstStyle>
          <a:p xmlns:a="http://schemas.openxmlformats.org/drawingml/2006/main">
            <a:pPr algn="l">
              <a:defRPr sz="3200" b="1">
                <a:solidFill>
                  <a:srgbClr val="7B1114"/>
                </a:solidFill>
                <a:latin typeface="Montserrat"/>
                <a:ea typeface="Montserrat"/>
                <a:cs typeface="Montserrat"/>
              </a:defRPr>
            </a:pPr>
            <a:r>
              <a:rPr sz="3200" b="1">
                <a:solidFill>
                  <a:srgbClr val="7B1114"/>
                </a:solidFill>
                <a:latin typeface="Montserrat"/>
                <a:ea typeface="Montserrat"/>
                <a:cs typeface="Montserrat"/>
              </a:rPr>
              <a:t>7. Integración, implementación y entrega</a:t>
            </a:r>
          </a:p>
        </p:txBody>
      </p:sp>
      <p:sp>
        <p:nvSpPr>
          <p:cNvPr id="2" name="28/09 al 09/10 de 2026  ·  10 días laborables">
            <a:extLst xmlns:a="http://schemas.openxmlformats.org/drawingml/2006/main">
              <a:ext uri="{FF2B5EF4-FFF2-40B4-BE49-F238E27FC236}">
                <a16:creationId xmlns:a16="http://schemas.microsoft.com/office/drawing/2014/main" id="{6E5F428F-75A5-4DBF-8D2E-617BAA2FF09A}"/>
              </a:ext>
            </a:extLst>
          </p:cNvPr>
          <p:cNvSpPr>
            <a:spLocks xmlns:a="http://schemas.openxmlformats.org/drawingml/2006/main" noGrp="1"/>
          </p:cNvSpPr>
          <p:nvPr/>
        </p:nvSpPr>
        <p:spPr>
          <a:xfrm xmlns:a="http://schemas.openxmlformats.org/drawingml/2006/main">
            <a:off x="812768" y="1438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575" b="0">
                <a:solidFill>
                  <a:srgbClr val="4D5866"/>
                </a:solidFill>
                <a:latin typeface="Open Sans"/>
                <a:ea typeface="Open Sans"/>
                <a:cs typeface="Open Sans"/>
              </a:defRPr>
            </a:defPPr>
            <a:lvl1pPr algn="l">
              <a:defRPr sz="1575" b="0">
                <a:solidFill>
                  <a:srgbClr val="4D5866"/>
                </a:solidFill>
                <a:latin typeface="Open Sans"/>
                <a:ea typeface="Open Sans"/>
                <a:cs typeface="Open Sans"/>
              </a:defRPr>
            </a:lvl1pPr>
            <a:lvl2pPr algn="l">
              <a:defRPr sz="1575" b="0">
                <a:solidFill>
                  <a:srgbClr val="4D5866"/>
                </a:solidFill>
                <a:latin typeface="Open Sans"/>
                <a:ea typeface="Open Sans"/>
                <a:cs typeface="Open Sans"/>
              </a:defRPr>
            </a:lvl2pPr>
            <a:lvl3pPr algn="l">
              <a:defRPr sz="1575" b="0">
                <a:solidFill>
                  <a:srgbClr val="4D5866"/>
                </a:solidFill>
                <a:latin typeface="Open Sans"/>
                <a:ea typeface="Open Sans"/>
                <a:cs typeface="Open Sans"/>
              </a:defRPr>
            </a:lvl3pPr>
            <a:lvl4pPr algn="l">
              <a:defRPr sz="1575" b="0">
                <a:solidFill>
                  <a:srgbClr val="4D5866"/>
                </a:solidFill>
                <a:latin typeface="Open Sans"/>
                <a:ea typeface="Open Sans"/>
                <a:cs typeface="Open Sans"/>
              </a:defRPr>
            </a:lvl4pPr>
            <a:lvl5pPr algn="l">
              <a:defRPr sz="1575" b="0">
                <a:solidFill>
                  <a:srgbClr val="4D5866"/>
                </a:solidFill>
                <a:latin typeface="Open Sans"/>
                <a:ea typeface="Open Sans"/>
                <a:cs typeface="Open Sans"/>
              </a:defRPr>
            </a:lvl5pPr>
            <a:lvl6pPr algn="l">
              <a:defRPr sz="1575" b="0">
                <a:solidFill>
                  <a:srgbClr val="4D5866"/>
                </a:solidFill>
                <a:latin typeface="Open Sans"/>
                <a:ea typeface="Open Sans"/>
                <a:cs typeface="Open Sans"/>
              </a:defRPr>
            </a:lvl6pPr>
            <a:lvl7pPr algn="l">
              <a:defRPr sz="1575" b="0">
                <a:solidFill>
                  <a:srgbClr val="4D5866"/>
                </a:solidFill>
                <a:latin typeface="Open Sans"/>
                <a:ea typeface="Open Sans"/>
                <a:cs typeface="Open Sans"/>
              </a:defRPr>
            </a:lvl7pPr>
            <a:lvl8pPr algn="l">
              <a:defRPr sz="1575" b="0">
                <a:solidFill>
                  <a:srgbClr val="4D5866"/>
                </a:solidFill>
                <a:latin typeface="Open Sans"/>
                <a:ea typeface="Open Sans"/>
                <a:cs typeface="Open Sans"/>
              </a:defRPr>
            </a:lvl8pPr>
            <a:lvl9pPr algn="l">
              <a:defRPr sz="1575" b="0">
                <a:solidFill>
                  <a:srgbClr val="4D5866"/>
                </a:solidFill>
                <a:latin typeface="Open Sans"/>
                <a:ea typeface="Open Sans"/>
                <a:cs typeface="Open Sans"/>
              </a:defRPr>
            </a:lvl9pPr>
          </a:lstStyle>
          <a:p xmlns:a="http://schemas.openxmlformats.org/drawingml/2006/main">
            <a:pPr algn="l">
              <a:defRPr sz="1575" b="0">
                <a:solidFill>
                  <a:srgbClr val="4D5866"/>
                </a:solidFill>
                <a:latin typeface="Open Sans"/>
                <a:ea typeface="Open Sans"/>
                <a:cs typeface="Open Sans"/>
              </a:defRPr>
            </a:pPr>
            <a:r>
              <a:rPr sz="1575" b="0">
                <a:solidFill>
                  <a:srgbClr val="4D5866"/>
                </a:solidFill>
                <a:latin typeface="Open Sans"/>
                <a:ea typeface="Open Sans"/>
                <a:cs typeface="Open Sans"/>
              </a:rPr>
              <a:t>28/09 al 09/10 de 2026  ·  10 días laborables</a:t>
            </a:r>
          </a:p>
        </p:txBody>
      </p:sp>
      <p:graphicFrame>
        <p:nvGraphicFramePr>
          <p:cNvPr id="3" name="">
            <a:extLst xmlns:a="http://schemas.openxmlformats.org/drawingml/2006/main">
              <a:ext uri="{FF2B5EF4-FFF2-40B4-BE49-F238E27FC236}">
                <a16:creationId xmlns:a16="http://schemas.microsoft.com/office/drawing/2014/main" id="{4C169278-70B1-46B3-BC21-CF3EDEE141D1}"/>
              </a:ext>
            </a:extLst>
          </p:cNvPr>
          <p:cNvGraphicFramePr/>
          <p:nvPr/>
        </p:nvGraphicFramePr>
        <p:xfrm>
          <a:off xmlns:a="http://schemas.openxmlformats.org/drawingml/2006/main" x="809625" y="1781175"/>
          <a:ext xmlns:a="http://schemas.openxmlformats.org/drawingml/2006/main" cx="7105650" cy="3657600"/>
        </p:xfrm>
        <a:graphic xmlns:a="http://schemas.openxmlformats.org/drawingml/2006/main">
          <a:graphicData uri="http://schemas.openxmlformats.org/drawingml/2006/table">
            <a:tbl>
              <a:tblPr/>
              <a:tblGrid>
                <a:gridCol w="476250"/>
                <a:gridCol w="4076700"/>
                <a:gridCol w="590550"/>
                <a:gridCol w="981075"/>
                <a:gridCol w="981075"/>
              </a:tblGrid>
              <a:tr h="400050">
                <a:tc>
                  <a:txBody>
                    <a:bodyPr lIns="47625" tIns="47625" rIns="47625" bIns="47625"/>
                    <a:lstStyle/>
                    <a:p>
                      <a:pPr algn="ctr"/>
                      <a:r>
                        <a:rPr sz="1350" b="1">
                          <a:solidFill>
                            <a:srgbClr val="FFFFFF"/>
                          </a:solidFill>
                          <a:latin typeface="Open Sans"/>
                          <a:ea typeface="Open Sans"/>
                          <a:cs typeface="Open Sans"/>
                        </a:rPr>
                        <a:t>ID</a:t>
                      </a:r>
                    </a:p>
                  </a:txBody>
                  <a:tcPr marL="91440" marR="91440" marT="45720" marB="45720" anchor="ctr">
                    <a:lnL w="9525">
                      <a:solidFill>
                        <a:srgbClr val="F3E7DA"/>
                      </a:solidFill>
                      <a:prstDash val="solid"/>
                    </a:lnL>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l"/>
                      <a:r>
                        <a:rPr sz="1350" b="1">
                          <a:solidFill>
                            <a:srgbClr val="FFFFFF"/>
                          </a:solidFill>
                          <a:latin typeface="Open Sans"/>
                          <a:ea typeface="Open Sans"/>
                          <a:cs typeface="Open Sans"/>
                        </a:rPr>
                        <a:t>Nombre de tarea</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Dur.</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Inicio</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c>
                  <a:txBody>
                    <a:bodyPr lIns="47625" tIns="47625" rIns="47625" bIns="47625"/>
                    <a:lstStyle/>
                    <a:p>
                      <a:pPr algn="ctr"/>
                      <a:r>
                        <a:rPr sz="1350" b="1">
                          <a:solidFill>
                            <a:srgbClr val="FFFFFF"/>
                          </a:solidFill>
                          <a:latin typeface="Open Sans"/>
                          <a:ea typeface="Open Sans"/>
                          <a:cs typeface="Open Sans"/>
                        </a:rPr>
                        <a:t>Fin</a:t>
                      </a:r>
                    </a:p>
                  </a:txBody>
                  <a:tcPr marL="91440" marR="91440" marT="45720" marB="45720" anchor="ctr">
                    <a:lnR w="9525">
                      <a:solidFill>
                        <a:srgbClr val="F3E7DA"/>
                      </a:solidFill>
                      <a:prstDash val="solid"/>
                    </a:lnR>
                    <a:lnT w="9525">
                      <a:solidFill>
                        <a:srgbClr val="F3E7DA"/>
                      </a:solidFill>
                      <a:prstDash val="solid"/>
                    </a:lnT>
                    <a:lnB w="9525">
                      <a:solidFill>
                        <a:srgbClr val="F3E7DA"/>
                      </a:solidFill>
                      <a:prstDash val="solid"/>
                    </a:lnB>
                    <a:solidFill>
                      <a:srgbClr val="7B1114"/>
                    </a:solidFill>
                  </a:tcPr>
                </a:tc>
              </a:tr>
              <a:tr h="542925">
                <a:tc>
                  <a:txBody>
                    <a:bodyPr lIns="47625" tIns="47625" rIns="47625" bIns="47625"/>
                    <a:lstStyle/>
                    <a:p>
                      <a:pPr algn="ctr"/>
                      <a:r>
                        <a:rPr sz="1350" b="0">
                          <a:solidFill>
                            <a:srgbClr val="4D5866"/>
                          </a:solidFill>
                          <a:latin typeface="Open Sans"/>
                          <a:ea typeface="Open Sans"/>
                          <a:cs typeface="Open Sans"/>
                        </a:rPr>
                        <a:t>46</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Integración general de módulos del sistema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3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28/09/26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30/09/26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47</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Pruebas generales del sistema completo</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01/10/26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02/10/26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48</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Corrección de errores finales</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2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05/10/26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06/10/26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49</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Preparación del entorno de implementación</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1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07/10/26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07/10/26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50</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Capacitación básica al personal de la empresa</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1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08/10/26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08/10/26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r h="542925">
                <a:tc>
                  <a:txBody>
                    <a:bodyPr lIns="47625" tIns="47625" rIns="47625" bIns="47625"/>
                    <a:lstStyle/>
                    <a:p>
                      <a:pPr algn="ctr"/>
                      <a:r>
                        <a:rPr sz="1350" b="0">
                          <a:solidFill>
                            <a:srgbClr val="4D5866"/>
                          </a:solidFill>
                          <a:latin typeface="Open Sans"/>
                          <a:ea typeface="Open Sans"/>
                          <a:cs typeface="Open Sans"/>
                        </a:rPr>
                        <a:t>51</a:t>
                      </a:r>
                    </a:p>
                  </a:txBody>
                  <a:tcPr marL="91440" marR="91440" marT="45720" marB="45720" anchor="ctr">
                    <a:lnL w="9525">
                      <a:solidFill>
                        <a:srgbClr val="F3E7DA"/>
                      </a:solidFill>
                      <a:prstDash val="solid"/>
                    </a:lnL>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l"/>
                      <a:r>
                        <a:rPr sz="1350" b="0">
                          <a:solidFill>
                            <a:srgbClr val="4D5866"/>
                          </a:solidFill>
                          <a:latin typeface="Open Sans"/>
                          <a:ea typeface="Open Sans"/>
                          <a:cs typeface="Open Sans"/>
                        </a:rPr>
                        <a:t>Entrega final del sistema y documentación</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350" b="0">
                          <a:solidFill>
                            <a:srgbClr val="4D5866"/>
                          </a:solidFill>
                          <a:latin typeface="Open Sans"/>
                          <a:ea typeface="Open Sans"/>
                          <a:cs typeface="Open Sans"/>
                        </a:rPr>
                        <a:t>1 d</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09/10/26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c>
                  <a:txBody>
                    <a:bodyPr lIns="47625" tIns="47625" rIns="47625" bIns="47625"/>
                    <a:lstStyle/>
                    <a:p>
                      <a:pPr algn="ctr"/>
                      <a:r>
                        <a:rPr sz="1275" b="0">
                          <a:solidFill>
                            <a:srgbClr val="4D5866"/>
                          </a:solidFill>
                          <a:latin typeface="Open Sans"/>
                          <a:ea typeface="Open Sans"/>
                          <a:cs typeface="Open Sans"/>
                        </a:rPr>
                        <a:t>09/10/26</a:t>
                      </a:r>
                    </a:p>
                  </a:txBody>
                  <a:tcPr marL="91440" marR="91440" marT="45720" marB="45720" anchor="ctr">
                    <a:lnR w="9525">
                      <a:solidFill>
                        <a:srgbClr val="F3E7DA"/>
                      </a:solidFill>
                      <a:prstDash val="solid"/>
                    </a:lnR>
                    <a:lnB w="9525">
                      <a:solidFill>
                        <a:srgbClr val="F3E7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9A1A80-187D-4373-9558-A688511A0CAC}"/>
              </a:ext>
            </a:extLst>
          </p:cNvPr>
          <p:cNvSpPr>
            <a:spLocks xmlns:a="http://schemas.openxmlformats.org/drawingml/2006/main" noGrp="1"/>
          </p:cNvSpPr>
          <p:nvPr/>
        </p:nvSpPr>
        <p:spPr>
          <a:xfrm xmlns:a="http://schemas.openxmlformats.org/drawingml/2006/main">
            <a:off x="8181975" y="1781175"/>
            <a:ext cx="3190875" cy="400050"/>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5" name="28/09">
            <a:extLst xmlns:a="http://schemas.openxmlformats.org/drawingml/2006/main">
              <a:ext uri="{FF2B5EF4-FFF2-40B4-BE49-F238E27FC236}">
                <a16:creationId xmlns:a16="http://schemas.microsoft.com/office/drawing/2014/main" id="{C2917BC8-87B1-4A65-9C5E-397025556407}"/>
              </a:ext>
            </a:extLst>
          </p:cNvPr>
          <p:cNvSpPr>
            <a:spLocks xmlns:a="http://schemas.openxmlformats.org/drawingml/2006/main" noGrp="1"/>
          </p:cNvSpPr>
          <p:nvPr/>
        </p:nvSpPr>
        <p:spPr>
          <a:xfrm xmlns:a="http://schemas.openxmlformats.org/drawingml/2006/main">
            <a:off x="8191500" y="1876425"/>
            <a:ext cx="184229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28/09</a:t>
            </a:r>
          </a:p>
        </p:txBody>
      </p:sp>
      <p:sp>
        <p:nvSpPr>
          <p:cNvPr id="6" name="05/10">
            <a:extLst xmlns:a="http://schemas.openxmlformats.org/drawingml/2006/main">
              <a:ext uri="{FF2B5EF4-FFF2-40B4-BE49-F238E27FC236}">
                <a16:creationId xmlns:a16="http://schemas.microsoft.com/office/drawing/2014/main" id="{6C3CC52C-BD88-46CB-8B66-54C5991BD61B}"/>
              </a:ext>
            </a:extLst>
          </p:cNvPr>
          <p:cNvSpPr>
            <a:spLocks xmlns:a="http://schemas.openxmlformats.org/drawingml/2006/main" noGrp="1"/>
          </p:cNvSpPr>
          <p:nvPr/>
        </p:nvSpPr>
        <p:spPr>
          <a:xfrm xmlns:a="http://schemas.openxmlformats.org/drawingml/2006/main">
            <a:off x="10052844" y="1876425"/>
            <a:ext cx="1310481"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200" b="1">
                <a:solidFill>
                  <a:srgbClr val="7B1114"/>
                </a:solidFill>
                <a:latin typeface="Open Sans"/>
                <a:ea typeface="Open Sans"/>
                <a:cs typeface="Open Sans"/>
              </a:defRPr>
            </a:defPPr>
            <a:lvl1pPr algn="ctr">
              <a:defRPr sz="1200" b="1">
                <a:solidFill>
                  <a:srgbClr val="7B1114"/>
                </a:solidFill>
                <a:latin typeface="Open Sans"/>
                <a:ea typeface="Open Sans"/>
                <a:cs typeface="Open Sans"/>
              </a:defRPr>
            </a:lvl1pPr>
            <a:lvl2pPr algn="ctr">
              <a:defRPr sz="1200" b="1">
                <a:solidFill>
                  <a:srgbClr val="7B1114"/>
                </a:solidFill>
                <a:latin typeface="Open Sans"/>
                <a:ea typeface="Open Sans"/>
                <a:cs typeface="Open Sans"/>
              </a:defRPr>
            </a:lvl2pPr>
            <a:lvl3pPr algn="ctr">
              <a:defRPr sz="1200" b="1">
                <a:solidFill>
                  <a:srgbClr val="7B1114"/>
                </a:solidFill>
                <a:latin typeface="Open Sans"/>
                <a:ea typeface="Open Sans"/>
                <a:cs typeface="Open Sans"/>
              </a:defRPr>
            </a:lvl3pPr>
            <a:lvl4pPr algn="ctr">
              <a:defRPr sz="1200" b="1">
                <a:solidFill>
                  <a:srgbClr val="7B1114"/>
                </a:solidFill>
                <a:latin typeface="Open Sans"/>
                <a:ea typeface="Open Sans"/>
                <a:cs typeface="Open Sans"/>
              </a:defRPr>
            </a:lvl4pPr>
            <a:lvl5pPr algn="ctr">
              <a:defRPr sz="1200" b="1">
                <a:solidFill>
                  <a:srgbClr val="7B1114"/>
                </a:solidFill>
                <a:latin typeface="Open Sans"/>
                <a:ea typeface="Open Sans"/>
                <a:cs typeface="Open Sans"/>
              </a:defRPr>
            </a:lvl5pPr>
            <a:lvl6pPr algn="ctr">
              <a:defRPr sz="1200" b="1">
                <a:solidFill>
                  <a:srgbClr val="7B1114"/>
                </a:solidFill>
                <a:latin typeface="Open Sans"/>
                <a:ea typeface="Open Sans"/>
                <a:cs typeface="Open Sans"/>
              </a:defRPr>
            </a:lvl6pPr>
            <a:lvl7pPr algn="ctr">
              <a:defRPr sz="1200" b="1">
                <a:solidFill>
                  <a:srgbClr val="7B1114"/>
                </a:solidFill>
                <a:latin typeface="Open Sans"/>
                <a:ea typeface="Open Sans"/>
                <a:cs typeface="Open Sans"/>
              </a:defRPr>
            </a:lvl7pPr>
            <a:lvl8pPr algn="ctr">
              <a:defRPr sz="1200" b="1">
                <a:solidFill>
                  <a:srgbClr val="7B1114"/>
                </a:solidFill>
                <a:latin typeface="Open Sans"/>
                <a:ea typeface="Open Sans"/>
                <a:cs typeface="Open Sans"/>
              </a:defRPr>
            </a:lvl8pPr>
            <a:lvl9pPr algn="ctr">
              <a:defRPr sz="1200" b="1">
                <a:solidFill>
                  <a:srgbClr val="7B1114"/>
                </a:solidFill>
                <a:latin typeface="Open Sans"/>
                <a:ea typeface="Open Sans"/>
                <a:cs typeface="Open Sans"/>
              </a:defRPr>
            </a:lvl9pPr>
          </a:lstStyle>
          <a:p xmlns:a="http://schemas.openxmlformats.org/drawingml/2006/main">
            <a:pPr algn="ctr">
              <a:defRPr sz="1200" b="1">
                <a:solidFill>
                  <a:srgbClr val="7B1114"/>
                </a:solidFill>
                <a:latin typeface="Open Sans"/>
                <a:ea typeface="Open Sans"/>
                <a:cs typeface="Open Sans"/>
              </a:defRPr>
            </a:pPr>
            <a:r>
              <a:rPr sz="1200" b="1">
                <a:solidFill>
                  <a:srgbClr val="7B1114"/>
                </a:solidFill>
                <a:latin typeface="Open Sans"/>
                <a:ea typeface="Open Sans"/>
                <a:cs typeface="Open Sans"/>
              </a:rPr>
              <a:t>05/10</a:t>
            </a:r>
          </a:p>
        </p:txBody>
      </p:sp>
      <p:sp>
        <p:nvSpPr>
          <p:cNvPr id="7" name="">
            <a:extLst xmlns:a="http://schemas.openxmlformats.org/drawingml/2006/main">
              <a:ext uri="{FF2B5EF4-FFF2-40B4-BE49-F238E27FC236}">
                <a16:creationId xmlns:a16="http://schemas.microsoft.com/office/drawing/2014/main" id="{B82F0111-C11B-4B8C-8E70-AC49AEA2350A}"/>
              </a:ext>
            </a:extLst>
          </p:cNvPr>
          <p:cNvSpPr>
            <a:spLocks xmlns:a="http://schemas.openxmlformats.org/drawingml/2006/main" noGrp="1"/>
          </p:cNvSpPr>
          <p:nvPr/>
        </p:nvSpPr>
        <p:spPr>
          <a:xfrm xmlns:a="http://schemas.openxmlformats.org/drawingml/2006/main">
            <a:off x="8181975" y="21812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5F57792-1965-4776-BAEC-576769C38502}"/>
              </a:ext>
            </a:extLst>
          </p:cNvPr>
          <p:cNvSpPr>
            <a:spLocks xmlns:a="http://schemas.openxmlformats.org/drawingml/2006/main" noGrp="1"/>
          </p:cNvSpPr>
          <p:nvPr/>
        </p:nvSpPr>
        <p:spPr>
          <a:xfrm xmlns:a="http://schemas.openxmlformats.org/drawingml/2006/main">
            <a:off x="9511506" y="218122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996C13-BFCC-4F8F-8546-B96FEE7B6505}"/>
              </a:ext>
            </a:extLst>
          </p:cNvPr>
          <p:cNvSpPr>
            <a:spLocks xmlns:a="http://schemas.openxmlformats.org/drawingml/2006/main" noGrp="1"/>
          </p:cNvSpPr>
          <p:nvPr/>
        </p:nvSpPr>
        <p:spPr>
          <a:xfrm xmlns:a="http://schemas.openxmlformats.org/drawingml/2006/main">
            <a:off x="9777413" y="218122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361885C-2243-4B3D-A5D2-F5E4FB0CD8B0}"/>
              </a:ext>
            </a:extLst>
          </p:cNvPr>
          <p:cNvSpPr>
            <a:spLocks xmlns:a="http://schemas.openxmlformats.org/drawingml/2006/main" noGrp="1"/>
          </p:cNvSpPr>
          <p:nvPr/>
        </p:nvSpPr>
        <p:spPr>
          <a:xfrm xmlns:a="http://schemas.openxmlformats.org/drawingml/2006/main">
            <a:off x="8181975"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75D042-A8F6-4205-84D0-13D8F2720B33}"/>
              </a:ext>
            </a:extLst>
          </p:cNvPr>
          <p:cNvSpPr>
            <a:spLocks xmlns:a="http://schemas.openxmlformats.org/drawingml/2006/main" noGrp="1"/>
          </p:cNvSpPr>
          <p:nvPr/>
        </p:nvSpPr>
        <p:spPr>
          <a:xfrm xmlns:a="http://schemas.openxmlformats.org/drawingml/2006/main">
            <a:off x="10043319" y="21812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45299A-2B3F-42F1-B435-5F1ADE058C0D}"/>
              </a:ext>
            </a:extLst>
          </p:cNvPr>
          <p:cNvSpPr>
            <a:spLocks xmlns:a="http://schemas.openxmlformats.org/drawingml/2006/main" noGrp="1"/>
          </p:cNvSpPr>
          <p:nvPr/>
        </p:nvSpPr>
        <p:spPr>
          <a:xfrm xmlns:a="http://schemas.openxmlformats.org/drawingml/2006/main">
            <a:off x="8181975" y="2352675"/>
            <a:ext cx="797719"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295C0B-5AFF-4629-90C5-D69F91B12C8B}"/>
              </a:ext>
            </a:extLst>
          </p:cNvPr>
          <p:cNvSpPr>
            <a:spLocks xmlns:a="http://schemas.openxmlformats.org/drawingml/2006/main" noGrp="1"/>
          </p:cNvSpPr>
          <p:nvPr/>
        </p:nvSpPr>
        <p:spPr>
          <a:xfrm xmlns:a="http://schemas.openxmlformats.org/drawingml/2006/main">
            <a:off x="8181975" y="27146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B99ACE-661B-48F0-83B4-22586C0576F7}"/>
              </a:ext>
            </a:extLst>
          </p:cNvPr>
          <p:cNvSpPr>
            <a:spLocks xmlns:a="http://schemas.openxmlformats.org/drawingml/2006/main" noGrp="1"/>
          </p:cNvSpPr>
          <p:nvPr/>
        </p:nvSpPr>
        <p:spPr>
          <a:xfrm xmlns:a="http://schemas.openxmlformats.org/drawingml/2006/main">
            <a:off x="8181975" y="27241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257B5A0-63E5-491D-AEA7-BF53922E967C}"/>
              </a:ext>
            </a:extLst>
          </p:cNvPr>
          <p:cNvSpPr>
            <a:spLocks xmlns:a="http://schemas.openxmlformats.org/drawingml/2006/main" noGrp="1"/>
          </p:cNvSpPr>
          <p:nvPr/>
        </p:nvSpPr>
        <p:spPr>
          <a:xfrm xmlns:a="http://schemas.openxmlformats.org/drawingml/2006/main">
            <a:off x="9511506" y="272415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FBB9001-885E-4B9C-AAF5-BB3E82D0AA95}"/>
              </a:ext>
            </a:extLst>
          </p:cNvPr>
          <p:cNvSpPr>
            <a:spLocks xmlns:a="http://schemas.openxmlformats.org/drawingml/2006/main" noGrp="1"/>
          </p:cNvSpPr>
          <p:nvPr/>
        </p:nvSpPr>
        <p:spPr>
          <a:xfrm xmlns:a="http://schemas.openxmlformats.org/drawingml/2006/main">
            <a:off x="9777413" y="272415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5B9B98-3D1A-42DD-9518-7E4C6BB64946}"/>
              </a:ext>
            </a:extLst>
          </p:cNvPr>
          <p:cNvSpPr>
            <a:spLocks xmlns:a="http://schemas.openxmlformats.org/drawingml/2006/main" noGrp="1"/>
          </p:cNvSpPr>
          <p:nvPr/>
        </p:nvSpPr>
        <p:spPr>
          <a:xfrm xmlns:a="http://schemas.openxmlformats.org/drawingml/2006/main">
            <a:off x="8181975"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E86C12-7B5F-441C-B340-F60E4F6662CD}"/>
              </a:ext>
            </a:extLst>
          </p:cNvPr>
          <p:cNvSpPr>
            <a:spLocks xmlns:a="http://schemas.openxmlformats.org/drawingml/2006/main" noGrp="1"/>
          </p:cNvSpPr>
          <p:nvPr/>
        </p:nvSpPr>
        <p:spPr>
          <a:xfrm xmlns:a="http://schemas.openxmlformats.org/drawingml/2006/main">
            <a:off x="10043319" y="27241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CF8B37C-8937-465A-84AE-DE9890E5F437}"/>
              </a:ext>
            </a:extLst>
          </p:cNvPr>
          <p:cNvSpPr>
            <a:spLocks xmlns:a="http://schemas.openxmlformats.org/drawingml/2006/main" noGrp="1"/>
          </p:cNvSpPr>
          <p:nvPr/>
        </p:nvSpPr>
        <p:spPr>
          <a:xfrm xmlns:a="http://schemas.openxmlformats.org/drawingml/2006/main">
            <a:off x="8979694" y="2895600"/>
            <a:ext cx="531813"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44EF93-043B-4F42-93BF-BB56B10FA9C8}"/>
              </a:ext>
            </a:extLst>
          </p:cNvPr>
          <p:cNvSpPr>
            <a:spLocks xmlns:a="http://schemas.openxmlformats.org/drawingml/2006/main" noGrp="1"/>
          </p:cNvSpPr>
          <p:nvPr/>
        </p:nvSpPr>
        <p:spPr>
          <a:xfrm xmlns:a="http://schemas.openxmlformats.org/drawingml/2006/main">
            <a:off x="8181975" y="32575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D9902B-5E19-483C-A8AC-23CE45054D7F}"/>
              </a:ext>
            </a:extLst>
          </p:cNvPr>
          <p:cNvSpPr>
            <a:spLocks xmlns:a="http://schemas.openxmlformats.org/drawingml/2006/main" noGrp="1"/>
          </p:cNvSpPr>
          <p:nvPr/>
        </p:nvSpPr>
        <p:spPr>
          <a:xfrm xmlns:a="http://schemas.openxmlformats.org/drawingml/2006/main">
            <a:off x="8181975" y="326707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4E6F36-8A80-4BB1-8D9C-498844A98F86}"/>
              </a:ext>
            </a:extLst>
          </p:cNvPr>
          <p:cNvSpPr>
            <a:spLocks xmlns:a="http://schemas.openxmlformats.org/drawingml/2006/main" noGrp="1"/>
          </p:cNvSpPr>
          <p:nvPr/>
        </p:nvSpPr>
        <p:spPr>
          <a:xfrm xmlns:a="http://schemas.openxmlformats.org/drawingml/2006/main">
            <a:off x="9511506" y="326707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483109A-95EA-4420-8D8B-FC2786D1E4AF}"/>
              </a:ext>
            </a:extLst>
          </p:cNvPr>
          <p:cNvSpPr>
            <a:spLocks xmlns:a="http://schemas.openxmlformats.org/drawingml/2006/main" noGrp="1"/>
          </p:cNvSpPr>
          <p:nvPr/>
        </p:nvSpPr>
        <p:spPr>
          <a:xfrm xmlns:a="http://schemas.openxmlformats.org/drawingml/2006/main">
            <a:off x="9777413" y="326707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2622533-6BE0-4A44-9383-2215F9927B7E}"/>
              </a:ext>
            </a:extLst>
          </p:cNvPr>
          <p:cNvSpPr>
            <a:spLocks xmlns:a="http://schemas.openxmlformats.org/drawingml/2006/main" noGrp="1"/>
          </p:cNvSpPr>
          <p:nvPr/>
        </p:nvSpPr>
        <p:spPr>
          <a:xfrm xmlns:a="http://schemas.openxmlformats.org/drawingml/2006/main">
            <a:off x="8181975"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135E1DA-F150-44F8-BC86-0566037560C5}"/>
              </a:ext>
            </a:extLst>
          </p:cNvPr>
          <p:cNvSpPr>
            <a:spLocks xmlns:a="http://schemas.openxmlformats.org/drawingml/2006/main" noGrp="1"/>
          </p:cNvSpPr>
          <p:nvPr/>
        </p:nvSpPr>
        <p:spPr>
          <a:xfrm xmlns:a="http://schemas.openxmlformats.org/drawingml/2006/main">
            <a:off x="10043319" y="326707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9AEC8A9-8239-4B46-9C78-9B9BF9CDA346}"/>
              </a:ext>
            </a:extLst>
          </p:cNvPr>
          <p:cNvSpPr>
            <a:spLocks xmlns:a="http://schemas.openxmlformats.org/drawingml/2006/main" noGrp="1"/>
          </p:cNvSpPr>
          <p:nvPr/>
        </p:nvSpPr>
        <p:spPr>
          <a:xfrm xmlns:a="http://schemas.openxmlformats.org/drawingml/2006/main">
            <a:off x="10043319" y="3438525"/>
            <a:ext cx="531812"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7CF6B73-2005-438F-9246-9B32F9AEDAB8}"/>
              </a:ext>
            </a:extLst>
          </p:cNvPr>
          <p:cNvSpPr>
            <a:spLocks xmlns:a="http://schemas.openxmlformats.org/drawingml/2006/main" noGrp="1"/>
          </p:cNvSpPr>
          <p:nvPr/>
        </p:nvSpPr>
        <p:spPr>
          <a:xfrm xmlns:a="http://schemas.openxmlformats.org/drawingml/2006/main">
            <a:off x="8181975" y="380047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CB48520-5F85-47B2-A40F-BEDDA5B070B4}"/>
              </a:ext>
            </a:extLst>
          </p:cNvPr>
          <p:cNvSpPr>
            <a:spLocks xmlns:a="http://schemas.openxmlformats.org/drawingml/2006/main" noGrp="1"/>
          </p:cNvSpPr>
          <p:nvPr/>
        </p:nvSpPr>
        <p:spPr>
          <a:xfrm xmlns:a="http://schemas.openxmlformats.org/drawingml/2006/main">
            <a:off x="8181975" y="381000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1EC6A86-E782-4BCE-A0D3-1E0FB72C5B79}"/>
              </a:ext>
            </a:extLst>
          </p:cNvPr>
          <p:cNvSpPr>
            <a:spLocks xmlns:a="http://schemas.openxmlformats.org/drawingml/2006/main" noGrp="1"/>
          </p:cNvSpPr>
          <p:nvPr/>
        </p:nvSpPr>
        <p:spPr>
          <a:xfrm xmlns:a="http://schemas.openxmlformats.org/drawingml/2006/main">
            <a:off x="9511506" y="381000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5C66C50-DAAE-4D12-A398-2F3D16E0FFF6}"/>
              </a:ext>
            </a:extLst>
          </p:cNvPr>
          <p:cNvSpPr>
            <a:spLocks xmlns:a="http://schemas.openxmlformats.org/drawingml/2006/main" noGrp="1"/>
          </p:cNvSpPr>
          <p:nvPr/>
        </p:nvSpPr>
        <p:spPr>
          <a:xfrm xmlns:a="http://schemas.openxmlformats.org/drawingml/2006/main">
            <a:off x="9777413" y="381000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E5F0275-A1B5-4E36-973D-7BE6F8389111}"/>
              </a:ext>
            </a:extLst>
          </p:cNvPr>
          <p:cNvSpPr>
            <a:spLocks xmlns:a="http://schemas.openxmlformats.org/drawingml/2006/main" noGrp="1"/>
          </p:cNvSpPr>
          <p:nvPr/>
        </p:nvSpPr>
        <p:spPr>
          <a:xfrm xmlns:a="http://schemas.openxmlformats.org/drawingml/2006/main">
            <a:off x="8181975"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BDEDDFB-0A05-42ED-A79B-89736418D05F}"/>
              </a:ext>
            </a:extLst>
          </p:cNvPr>
          <p:cNvSpPr>
            <a:spLocks xmlns:a="http://schemas.openxmlformats.org/drawingml/2006/main" noGrp="1"/>
          </p:cNvSpPr>
          <p:nvPr/>
        </p:nvSpPr>
        <p:spPr>
          <a:xfrm xmlns:a="http://schemas.openxmlformats.org/drawingml/2006/main">
            <a:off x="10043319" y="381000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264D4E2-7AE4-4BC9-86E1-5A9A8455801C}"/>
              </a:ext>
            </a:extLst>
          </p:cNvPr>
          <p:cNvSpPr>
            <a:spLocks xmlns:a="http://schemas.openxmlformats.org/drawingml/2006/main" noGrp="1"/>
          </p:cNvSpPr>
          <p:nvPr/>
        </p:nvSpPr>
        <p:spPr>
          <a:xfrm xmlns:a="http://schemas.openxmlformats.org/drawingml/2006/main">
            <a:off x="10575131" y="3981450"/>
            <a:ext cx="26590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AA3512A-2F25-4984-9E5F-CFFF0A82D8AC}"/>
              </a:ext>
            </a:extLst>
          </p:cNvPr>
          <p:cNvSpPr>
            <a:spLocks xmlns:a="http://schemas.openxmlformats.org/drawingml/2006/main" noGrp="1"/>
          </p:cNvSpPr>
          <p:nvPr/>
        </p:nvSpPr>
        <p:spPr>
          <a:xfrm xmlns:a="http://schemas.openxmlformats.org/drawingml/2006/main">
            <a:off x="8181975" y="434340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EE4243-4EC5-4723-966C-6D2B4F1EFD1A}"/>
              </a:ext>
            </a:extLst>
          </p:cNvPr>
          <p:cNvSpPr>
            <a:spLocks xmlns:a="http://schemas.openxmlformats.org/drawingml/2006/main" noGrp="1"/>
          </p:cNvSpPr>
          <p:nvPr/>
        </p:nvSpPr>
        <p:spPr>
          <a:xfrm xmlns:a="http://schemas.openxmlformats.org/drawingml/2006/main">
            <a:off x="8181975" y="4352925"/>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09B3E4D-1F35-46CB-988D-A878A5F328DC}"/>
              </a:ext>
            </a:extLst>
          </p:cNvPr>
          <p:cNvSpPr>
            <a:spLocks xmlns:a="http://schemas.openxmlformats.org/drawingml/2006/main" noGrp="1"/>
          </p:cNvSpPr>
          <p:nvPr/>
        </p:nvSpPr>
        <p:spPr>
          <a:xfrm xmlns:a="http://schemas.openxmlformats.org/drawingml/2006/main">
            <a:off x="9511506" y="435292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5C5C8D4-19F9-4492-933E-65F578909B5A}"/>
              </a:ext>
            </a:extLst>
          </p:cNvPr>
          <p:cNvSpPr>
            <a:spLocks xmlns:a="http://schemas.openxmlformats.org/drawingml/2006/main" noGrp="1"/>
          </p:cNvSpPr>
          <p:nvPr/>
        </p:nvSpPr>
        <p:spPr>
          <a:xfrm xmlns:a="http://schemas.openxmlformats.org/drawingml/2006/main">
            <a:off x="9777413" y="4352925"/>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3D0077A-6AA1-4558-B6E7-29CCB7135D1E}"/>
              </a:ext>
            </a:extLst>
          </p:cNvPr>
          <p:cNvSpPr>
            <a:spLocks xmlns:a="http://schemas.openxmlformats.org/drawingml/2006/main" noGrp="1"/>
          </p:cNvSpPr>
          <p:nvPr/>
        </p:nvSpPr>
        <p:spPr>
          <a:xfrm xmlns:a="http://schemas.openxmlformats.org/drawingml/2006/main">
            <a:off x="8181975"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52389FF-F35E-4658-BB54-750A2EF16966}"/>
              </a:ext>
            </a:extLst>
          </p:cNvPr>
          <p:cNvSpPr>
            <a:spLocks xmlns:a="http://schemas.openxmlformats.org/drawingml/2006/main" noGrp="1"/>
          </p:cNvSpPr>
          <p:nvPr/>
        </p:nvSpPr>
        <p:spPr>
          <a:xfrm xmlns:a="http://schemas.openxmlformats.org/drawingml/2006/main">
            <a:off x="10043319" y="4352925"/>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8756C63-C5F1-43CC-AA29-228C37930A59}"/>
              </a:ext>
            </a:extLst>
          </p:cNvPr>
          <p:cNvSpPr>
            <a:spLocks xmlns:a="http://schemas.openxmlformats.org/drawingml/2006/main" noGrp="1"/>
          </p:cNvSpPr>
          <p:nvPr/>
        </p:nvSpPr>
        <p:spPr>
          <a:xfrm xmlns:a="http://schemas.openxmlformats.org/drawingml/2006/main">
            <a:off x="10841038" y="4524375"/>
            <a:ext cx="26590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5B54816-1127-4CA6-B135-EC5C9D011056}"/>
              </a:ext>
            </a:extLst>
          </p:cNvPr>
          <p:cNvSpPr>
            <a:spLocks xmlns:a="http://schemas.openxmlformats.org/drawingml/2006/main" noGrp="1"/>
          </p:cNvSpPr>
          <p:nvPr/>
        </p:nvSpPr>
        <p:spPr>
          <a:xfrm xmlns:a="http://schemas.openxmlformats.org/drawingml/2006/main">
            <a:off x="8181975" y="4886325"/>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954AA7B-72A2-4ADB-A17F-356682700005}"/>
              </a:ext>
            </a:extLst>
          </p:cNvPr>
          <p:cNvSpPr>
            <a:spLocks xmlns:a="http://schemas.openxmlformats.org/drawingml/2006/main" noGrp="1"/>
          </p:cNvSpPr>
          <p:nvPr/>
        </p:nvSpPr>
        <p:spPr>
          <a:xfrm xmlns:a="http://schemas.openxmlformats.org/drawingml/2006/main">
            <a:off x="8181975" y="4895850"/>
            <a:ext cx="3190875" cy="5429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03EEA86-48ED-4888-8E44-343AE88F478D}"/>
              </a:ext>
            </a:extLst>
          </p:cNvPr>
          <p:cNvSpPr>
            <a:spLocks xmlns:a="http://schemas.openxmlformats.org/drawingml/2006/main" noGrp="1"/>
          </p:cNvSpPr>
          <p:nvPr/>
        </p:nvSpPr>
        <p:spPr>
          <a:xfrm xmlns:a="http://schemas.openxmlformats.org/drawingml/2006/main">
            <a:off x="9511506" y="489585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93D64BA-A99D-4BA5-AC06-BA3727710EE4}"/>
              </a:ext>
            </a:extLst>
          </p:cNvPr>
          <p:cNvSpPr>
            <a:spLocks xmlns:a="http://schemas.openxmlformats.org/drawingml/2006/main" noGrp="1"/>
          </p:cNvSpPr>
          <p:nvPr/>
        </p:nvSpPr>
        <p:spPr>
          <a:xfrm xmlns:a="http://schemas.openxmlformats.org/drawingml/2006/main">
            <a:off x="9777413" y="4895850"/>
            <a:ext cx="265906"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1C46789-4B95-45D5-827A-552D123A5550}"/>
              </a:ext>
            </a:extLst>
          </p:cNvPr>
          <p:cNvSpPr>
            <a:spLocks xmlns:a="http://schemas.openxmlformats.org/drawingml/2006/main" noGrp="1"/>
          </p:cNvSpPr>
          <p:nvPr/>
        </p:nvSpPr>
        <p:spPr>
          <a:xfrm xmlns:a="http://schemas.openxmlformats.org/drawingml/2006/main">
            <a:off x="8181975"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8091317-0AFE-4365-A0BB-7E48939D12F4}"/>
              </a:ext>
            </a:extLst>
          </p:cNvPr>
          <p:cNvSpPr>
            <a:spLocks xmlns:a="http://schemas.openxmlformats.org/drawingml/2006/main" noGrp="1"/>
          </p:cNvSpPr>
          <p:nvPr/>
        </p:nvSpPr>
        <p:spPr>
          <a:xfrm xmlns:a="http://schemas.openxmlformats.org/drawingml/2006/main">
            <a:off x="10043319" y="4895850"/>
            <a:ext cx="6668" cy="5429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BCE1832-217E-4F63-AFE7-9175B00B71A2}"/>
              </a:ext>
            </a:extLst>
          </p:cNvPr>
          <p:cNvSpPr>
            <a:spLocks xmlns:a="http://schemas.openxmlformats.org/drawingml/2006/main" noGrp="1"/>
          </p:cNvSpPr>
          <p:nvPr/>
        </p:nvSpPr>
        <p:spPr>
          <a:xfrm xmlns:a="http://schemas.openxmlformats.org/drawingml/2006/main">
            <a:off x="11106944" y="5067300"/>
            <a:ext cx="265906" cy="200025"/>
          </a:xfrm>
          <a:prstGeom xmlns:a="http://schemas.openxmlformats.org/drawingml/2006/main" prst="rect">
            <a:avLst/>
          </a:prstGeom>
          <a:solidFill xmlns:a="http://schemas.openxmlformats.org/drawingml/2006/main">
            <a:srgbClr val="D96B10"/>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E96F0B0-D42A-4A7A-883C-6BD2DBBF4BD5}"/>
              </a:ext>
            </a:extLst>
          </p:cNvPr>
          <p:cNvSpPr>
            <a:spLocks xmlns:a="http://schemas.openxmlformats.org/drawingml/2006/main" noGrp="1"/>
          </p:cNvSpPr>
          <p:nvPr/>
        </p:nvSpPr>
        <p:spPr>
          <a:xfrm xmlns:a="http://schemas.openxmlformats.org/drawingml/2006/main">
            <a:off x="8181975" y="5429250"/>
            <a:ext cx="3190875" cy="9525"/>
          </a:xfrm>
          <a:prstGeom xmlns:a="http://schemas.openxmlformats.org/drawingml/2006/main" prst="rect">
            <a:avLst/>
          </a:prstGeom>
          <a:solidFill xmlns:a="http://schemas.openxmlformats.org/drawingml/2006/main">
            <a:srgbClr val="F3E7DA"/>
          </a:solidFill>
          <a:ln xmlns:a="http://schemas.openxmlformats.org/drawingml/2006/main" w="0">
            <a:noFill/>
          </a:ln>
        </p:spPr>
      </p:sp>
      <p:sp>
        <p:nvSpPr>
          <p:cNvPr id="49" name="Duraciones según el XML: jornada de 8 h. Barr">
            <a:extLst xmlns:a="http://schemas.openxmlformats.org/drawingml/2006/main">
              <a:ext uri="{FF2B5EF4-FFF2-40B4-BE49-F238E27FC236}">
                <a16:creationId xmlns:a16="http://schemas.microsoft.com/office/drawing/2014/main" id="{AA56F75B-BF0B-4109-92AE-8CD953126EAB}"/>
              </a:ext>
            </a:extLst>
          </p:cNvPr>
          <p:cNvSpPr>
            <a:spLocks xmlns:a="http://schemas.openxmlformats.org/drawingml/2006/main" noGrp="1"/>
          </p:cNvSpPr>
          <p:nvPr/>
        </p:nvSpPr>
        <p:spPr>
          <a:xfrm xmlns:a="http://schemas.openxmlformats.org/drawingml/2006/main">
            <a:off x="809625" y="61722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200" b="0">
                <a:solidFill>
                  <a:srgbClr val="4D5866"/>
                </a:solidFill>
                <a:latin typeface="Open Sans"/>
                <a:ea typeface="Open Sans"/>
                <a:cs typeface="Open Sans"/>
              </a:defRPr>
            </a:defPPr>
            <a:lvl1pPr algn="l">
              <a:defRPr sz="1200" b="0">
                <a:solidFill>
                  <a:srgbClr val="4D5866"/>
                </a:solidFill>
                <a:latin typeface="Open Sans"/>
                <a:ea typeface="Open Sans"/>
                <a:cs typeface="Open Sans"/>
              </a:defRPr>
            </a:lvl1pPr>
            <a:lvl2pPr algn="l">
              <a:defRPr sz="1200" b="0">
                <a:solidFill>
                  <a:srgbClr val="4D5866"/>
                </a:solidFill>
                <a:latin typeface="Open Sans"/>
                <a:ea typeface="Open Sans"/>
                <a:cs typeface="Open Sans"/>
              </a:defRPr>
            </a:lvl2pPr>
            <a:lvl3pPr algn="l">
              <a:defRPr sz="1200" b="0">
                <a:solidFill>
                  <a:srgbClr val="4D5866"/>
                </a:solidFill>
                <a:latin typeface="Open Sans"/>
                <a:ea typeface="Open Sans"/>
                <a:cs typeface="Open Sans"/>
              </a:defRPr>
            </a:lvl3pPr>
            <a:lvl4pPr algn="l">
              <a:defRPr sz="1200" b="0">
                <a:solidFill>
                  <a:srgbClr val="4D5866"/>
                </a:solidFill>
                <a:latin typeface="Open Sans"/>
                <a:ea typeface="Open Sans"/>
                <a:cs typeface="Open Sans"/>
              </a:defRPr>
            </a:lvl4pPr>
            <a:lvl5pPr algn="l">
              <a:defRPr sz="1200" b="0">
                <a:solidFill>
                  <a:srgbClr val="4D5866"/>
                </a:solidFill>
                <a:latin typeface="Open Sans"/>
                <a:ea typeface="Open Sans"/>
                <a:cs typeface="Open Sans"/>
              </a:defRPr>
            </a:lvl5pPr>
            <a:lvl6pPr algn="l">
              <a:defRPr sz="1200" b="0">
                <a:solidFill>
                  <a:srgbClr val="4D5866"/>
                </a:solidFill>
                <a:latin typeface="Open Sans"/>
                <a:ea typeface="Open Sans"/>
                <a:cs typeface="Open Sans"/>
              </a:defRPr>
            </a:lvl6pPr>
            <a:lvl7pPr algn="l">
              <a:defRPr sz="1200" b="0">
                <a:solidFill>
                  <a:srgbClr val="4D5866"/>
                </a:solidFill>
                <a:latin typeface="Open Sans"/>
                <a:ea typeface="Open Sans"/>
                <a:cs typeface="Open Sans"/>
              </a:defRPr>
            </a:lvl7pPr>
            <a:lvl8pPr algn="l">
              <a:defRPr sz="1200" b="0">
                <a:solidFill>
                  <a:srgbClr val="4D5866"/>
                </a:solidFill>
                <a:latin typeface="Open Sans"/>
                <a:ea typeface="Open Sans"/>
                <a:cs typeface="Open Sans"/>
              </a:defRPr>
            </a:lvl8pPr>
            <a:lvl9pPr algn="l">
              <a:defRPr sz="1200" b="0">
                <a:solidFill>
                  <a:srgbClr val="4D5866"/>
                </a:solidFill>
                <a:latin typeface="Open Sans"/>
                <a:ea typeface="Open Sans"/>
                <a:cs typeface="Open Sans"/>
              </a:defRPr>
            </a:lvl9pPr>
          </a:lstStyle>
          <a:p xmlns:a="http://schemas.openxmlformats.org/drawingml/2006/main">
            <a:pPr algn="l">
              <a:defRPr sz="1200" b="0">
                <a:solidFill>
                  <a:srgbClr val="4D5866"/>
                </a:solidFill>
                <a:latin typeface="Open Sans"/>
                <a:ea typeface="Open Sans"/>
                <a:cs typeface="Open Sans"/>
              </a:defRPr>
            </a:pPr>
            <a:r>
              <a:rPr sz="1200" b="0">
                <a:solidFill>
                  <a:srgbClr val="4D5866"/>
                </a:solidFill>
                <a:latin typeface="Open Sans"/>
                <a:ea typeface="Open Sans"/>
                <a:cs typeface="Open Sans"/>
              </a:rPr>
              <a:t>Duraciones según el XML: jornada de 8 h. Barras = período programado, no porcentaje de avance.</a:t>
            </a:r>
          </a:p>
        </p:txBody>
      </p:sp>
      <p:sp>
        <p:nvSpPr>
          <p:cNvPr id="50" name="Cronograma XML 2026">
            <a:extLst xmlns:a="http://schemas.openxmlformats.org/drawingml/2006/main">
              <a:ext uri="{FF2B5EF4-FFF2-40B4-BE49-F238E27FC236}">
                <a16:creationId xmlns:a16="http://schemas.microsoft.com/office/drawing/2014/main" id="{84BD4511-7590-42E3-91E7-9F86F67B4136}"/>
              </a:ext>
            </a:extLst>
          </p:cNvPr>
          <p:cNvSpPr>
            <a:spLocks xmlns:a="http://schemas.openxmlformats.org/drawingml/2006/main" noGrp="1"/>
          </p:cNvSpPr>
          <p:nvPr/>
        </p:nvSpPr>
        <p:spPr>
          <a:xfrm xmlns:a="http://schemas.openxmlformats.org/drawingml/2006/main">
            <a:off x="809625" y="647700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l">
              <a:defRPr sz="1050" b="0">
                <a:solidFill>
                  <a:srgbClr val="4D5866"/>
                </a:solidFill>
                <a:latin typeface="Open Sans"/>
                <a:ea typeface="Open Sans"/>
                <a:cs typeface="Open Sans"/>
              </a:defRPr>
            </a:defPPr>
            <a:lvl1pPr algn="l">
              <a:defRPr sz="1050" b="0">
                <a:solidFill>
                  <a:srgbClr val="4D5866"/>
                </a:solidFill>
                <a:latin typeface="Open Sans"/>
                <a:ea typeface="Open Sans"/>
                <a:cs typeface="Open Sans"/>
              </a:defRPr>
            </a:lvl1pPr>
            <a:lvl2pPr algn="l">
              <a:defRPr sz="1050" b="0">
                <a:solidFill>
                  <a:srgbClr val="4D5866"/>
                </a:solidFill>
                <a:latin typeface="Open Sans"/>
                <a:ea typeface="Open Sans"/>
                <a:cs typeface="Open Sans"/>
              </a:defRPr>
            </a:lvl2pPr>
            <a:lvl3pPr algn="l">
              <a:defRPr sz="1050" b="0">
                <a:solidFill>
                  <a:srgbClr val="4D5866"/>
                </a:solidFill>
                <a:latin typeface="Open Sans"/>
                <a:ea typeface="Open Sans"/>
                <a:cs typeface="Open Sans"/>
              </a:defRPr>
            </a:lvl3pPr>
            <a:lvl4pPr algn="l">
              <a:defRPr sz="1050" b="0">
                <a:solidFill>
                  <a:srgbClr val="4D5866"/>
                </a:solidFill>
                <a:latin typeface="Open Sans"/>
                <a:ea typeface="Open Sans"/>
                <a:cs typeface="Open Sans"/>
              </a:defRPr>
            </a:lvl4pPr>
            <a:lvl5pPr algn="l">
              <a:defRPr sz="1050" b="0">
                <a:solidFill>
                  <a:srgbClr val="4D5866"/>
                </a:solidFill>
                <a:latin typeface="Open Sans"/>
                <a:ea typeface="Open Sans"/>
                <a:cs typeface="Open Sans"/>
              </a:defRPr>
            </a:lvl5pPr>
            <a:lvl6pPr algn="l">
              <a:defRPr sz="1050" b="0">
                <a:solidFill>
                  <a:srgbClr val="4D5866"/>
                </a:solidFill>
                <a:latin typeface="Open Sans"/>
                <a:ea typeface="Open Sans"/>
                <a:cs typeface="Open Sans"/>
              </a:defRPr>
            </a:lvl6pPr>
            <a:lvl7pPr algn="l">
              <a:defRPr sz="1050" b="0">
                <a:solidFill>
                  <a:srgbClr val="4D5866"/>
                </a:solidFill>
                <a:latin typeface="Open Sans"/>
                <a:ea typeface="Open Sans"/>
                <a:cs typeface="Open Sans"/>
              </a:defRPr>
            </a:lvl7pPr>
            <a:lvl8pPr algn="l">
              <a:defRPr sz="1050" b="0">
                <a:solidFill>
                  <a:srgbClr val="4D5866"/>
                </a:solidFill>
                <a:latin typeface="Open Sans"/>
                <a:ea typeface="Open Sans"/>
                <a:cs typeface="Open Sans"/>
              </a:defRPr>
            </a:lvl8pPr>
            <a:lvl9pPr algn="l">
              <a:defRPr sz="1050" b="0">
                <a:solidFill>
                  <a:srgbClr val="4D5866"/>
                </a:solidFill>
                <a:latin typeface="Open Sans"/>
                <a:ea typeface="Open Sans"/>
                <a:cs typeface="Open Sans"/>
              </a:defRPr>
            </a:lvl9pPr>
          </a:lstStyle>
          <a:p xmlns:a="http://schemas.openxmlformats.org/drawingml/2006/main">
            <a:pPr algn="l">
              <a:defRPr sz="1050" b="0">
                <a:solidFill>
                  <a:srgbClr val="4D5866"/>
                </a:solidFill>
                <a:latin typeface="Open Sans"/>
                <a:ea typeface="Open Sans"/>
                <a:cs typeface="Open Sans"/>
              </a:defRPr>
            </a:pPr>
            <a:r>
              <a:rPr sz="1050" b="0">
                <a:solidFill>
                  <a:srgbClr val="4D5866"/>
                </a:solidFill>
                <a:latin typeface="Open Sans"/>
                <a:ea typeface="Open Sans"/>
                <a:cs typeface="Open Sans"/>
              </a:rPr>
              <a:t>Cronograma XML 2026</a:t>
            </a:r>
          </a:p>
        </p:txBody>
      </p:sp>
      <p:sp>
        <p:nvSpPr>
          <p:cNvPr id="51" name="20 / 20">
            <a:extLst xmlns:a="http://schemas.openxmlformats.org/drawingml/2006/main">
              <a:ext uri="{FF2B5EF4-FFF2-40B4-BE49-F238E27FC236}">
                <a16:creationId xmlns:a16="http://schemas.microsoft.com/office/drawing/2014/main" id="{5947D6BA-A628-4B44-8050-9214511B881E}"/>
              </a:ext>
            </a:extLst>
          </p:cNvPr>
          <p:cNvSpPr>
            <a:spLocks xmlns:a="http://schemas.openxmlformats.org/drawingml/2006/main" noGrp="1"/>
          </p:cNvSpPr>
          <p:nvPr/>
        </p:nvSpPr>
        <p:spPr>
          <a:xfrm xmlns:a="http://schemas.openxmlformats.org/drawingml/2006/main">
            <a:off x="10477500" y="647700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050" b="0">
                <a:solidFill>
                  <a:srgbClr val="7B1114"/>
                </a:solidFill>
                <a:latin typeface="Open Sans"/>
                <a:ea typeface="Open Sans"/>
                <a:cs typeface="Open Sans"/>
              </a:defRPr>
            </a:defPPr>
            <a:lvl1pPr algn="r">
              <a:defRPr sz="1050" b="0">
                <a:solidFill>
                  <a:srgbClr val="7B1114"/>
                </a:solidFill>
                <a:latin typeface="Open Sans"/>
                <a:ea typeface="Open Sans"/>
                <a:cs typeface="Open Sans"/>
              </a:defRPr>
            </a:lvl1pPr>
            <a:lvl2pPr algn="r">
              <a:defRPr sz="1050" b="0">
                <a:solidFill>
                  <a:srgbClr val="7B1114"/>
                </a:solidFill>
                <a:latin typeface="Open Sans"/>
                <a:ea typeface="Open Sans"/>
                <a:cs typeface="Open Sans"/>
              </a:defRPr>
            </a:lvl2pPr>
            <a:lvl3pPr algn="r">
              <a:defRPr sz="1050" b="0">
                <a:solidFill>
                  <a:srgbClr val="7B1114"/>
                </a:solidFill>
                <a:latin typeface="Open Sans"/>
                <a:ea typeface="Open Sans"/>
                <a:cs typeface="Open Sans"/>
              </a:defRPr>
            </a:lvl3pPr>
            <a:lvl4pPr algn="r">
              <a:defRPr sz="1050" b="0">
                <a:solidFill>
                  <a:srgbClr val="7B1114"/>
                </a:solidFill>
                <a:latin typeface="Open Sans"/>
                <a:ea typeface="Open Sans"/>
                <a:cs typeface="Open Sans"/>
              </a:defRPr>
            </a:lvl4pPr>
            <a:lvl5pPr algn="r">
              <a:defRPr sz="1050" b="0">
                <a:solidFill>
                  <a:srgbClr val="7B1114"/>
                </a:solidFill>
                <a:latin typeface="Open Sans"/>
                <a:ea typeface="Open Sans"/>
                <a:cs typeface="Open Sans"/>
              </a:defRPr>
            </a:lvl5pPr>
            <a:lvl6pPr algn="r">
              <a:defRPr sz="1050" b="0">
                <a:solidFill>
                  <a:srgbClr val="7B1114"/>
                </a:solidFill>
                <a:latin typeface="Open Sans"/>
                <a:ea typeface="Open Sans"/>
                <a:cs typeface="Open Sans"/>
              </a:defRPr>
            </a:lvl6pPr>
            <a:lvl7pPr algn="r">
              <a:defRPr sz="1050" b="0">
                <a:solidFill>
                  <a:srgbClr val="7B1114"/>
                </a:solidFill>
                <a:latin typeface="Open Sans"/>
                <a:ea typeface="Open Sans"/>
                <a:cs typeface="Open Sans"/>
              </a:defRPr>
            </a:lvl7pPr>
            <a:lvl8pPr algn="r">
              <a:defRPr sz="1050" b="0">
                <a:solidFill>
                  <a:srgbClr val="7B1114"/>
                </a:solidFill>
                <a:latin typeface="Open Sans"/>
                <a:ea typeface="Open Sans"/>
                <a:cs typeface="Open Sans"/>
              </a:defRPr>
            </a:lvl8pPr>
            <a:lvl9pPr algn="r">
              <a:defRPr sz="1050" b="0">
                <a:solidFill>
                  <a:srgbClr val="7B1114"/>
                </a:solidFill>
                <a:latin typeface="Open Sans"/>
                <a:ea typeface="Open Sans"/>
                <a:cs typeface="Open Sans"/>
              </a:defRPr>
            </a:lvl9pPr>
          </a:lstStyle>
          <a:p xmlns:a="http://schemas.openxmlformats.org/drawingml/2006/main">
            <a:pPr algn="r">
              <a:defRPr sz="1050" b="0">
                <a:solidFill>
                  <a:srgbClr val="7B1114"/>
                </a:solidFill>
                <a:latin typeface="Open Sans"/>
                <a:ea typeface="Open Sans"/>
                <a:cs typeface="Open Sans"/>
              </a:defRPr>
            </a:pPr>
            <a:r>
              <a:rPr sz="1050" b="0">
                <a:solidFill>
                  <a:srgbClr val="7B1114"/>
                </a:solidFill>
                <a:latin typeface="Open Sans"/>
                <a:ea typeface="Open Sans"/>
                <a:cs typeface="Open Sans"/>
              </a:rPr>
              <a:t>20 / 20</a:t>
            </a:r>
          </a:p>
        </p:txBody>
      </p:sp>
    </p:spTree>
    <p:extLst>
      <p:ext uri="{BB962C8B-B14F-4D97-AF65-F5344CB8AC3E}">
        <p14:creationId xmlns:p14="http://schemas.microsoft.com/office/powerpoint/2010/main" val="1857417567"/>
      </p:ext>
    </p:extLst>
  </p:cSld>
</p:sld>
</file>

<file path=ppt/theme/theme1.xml><?xml version="1.0" encoding="utf-8"?>
<a:theme xmlns:a="http://schemas.openxmlformats.org/drawingml/2006/main" name="Sistema Web Integral PIERI DICACIO">
  <a:themeElements>
    <a:clrScheme name="Sistema Web Integral PIERI DICACIO">
      <a:dk1>
        <a:srgbClr val="7B1114"/>
      </a:dk1>
      <a:lt1>
        <a:srgbClr val="FAF7F2"/>
      </a:lt1>
      <a:dk2>
        <a:srgbClr val="9B4B4C"/>
      </a:dk2>
      <a:lt2>
        <a:srgbClr val="EDE0DC"/>
      </a:lt2>
      <a:accent1>
        <a:srgbClr val="D96B10"/>
      </a:accent1>
      <a:accent2>
        <a:srgbClr val="F3B27A"/>
      </a:accent2>
      <a:accent3>
        <a:srgbClr val="4D5866"/>
      </a:accent3>
      <a:accent4>
        <a:srgbClr val="9AA0A6"/>
      </a:accent4>
      <a:accent5>
        <a:srgbClr val="AE6D6D"/>
      </a:accent5>
      <a:accent6>
        <a:srgbClr val="C1908E"/>
      </a:accent6>
      <a:hlink>
        <a:srgbClr val="0563C1"/>
      </a:hlink>
      <a:folHlink>
        <a:srgbClr val="954F72"/>
      </a:folHlink>
    </a:clrScheme>
    <a:fontScheme name="Sistema Web Integral PIERI DICACIO">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otalTime>0</ns0:TotalTime>
  <ns0:Words>0</ns0:Words>
  <ns0:Application>Microsoft Office PowerPoint</ns0:Application>
  <ns0:PresentationFormat>On-screen Show (16:9)</ns0:PresentationFormat>
  <ns0:Paragraphs>0</ns0:Paragraphs>
  <ns0:Slides>20</ns0:Slides>
  <ns0:Notes>14</ns0:Notes>
  <ns0:HiddenSlides>0</ns0:HiddenSlides>
  <ns0:MMClips>0</ns0:MMClips>
  <ns0:ScaleCrop>false</ns0:ScaleCrop>
  <ns0:HeadingPairs>
    <ns1:vector size="6" baseType="variant">
      <ns1:variant>
        <ns1:lpstr>Fonts Used</ns1:lpstr>
      </ns1:variant>
      <ns1:variant>
        <ns1:i4>2</ns1:i4>
      </ns1:variant>
      <ns1:variant>
        <ns1:lpstr>Theme</ns1:lpstr>
      </ns1:variant>
      <ns1:variant>
        <ns1:i4>1</ns1:i4>
      </ns1:variant>
      <ns1:variant>
        <ns1:lpstr>Slide Titles</ns1:lpstr>
      </ns1:variant>
      <ns1:variant>
        <ns1:i4>14</ns1:i4>
      </ns1:variant>
    </ns1:vector>
  </ns0:HeadingPairs>
  <ns0:TitlesOfParts>
    <ns1:vector size="17" baseType="lpstr">
      <ns1:lpstr>Arial</ns1:lpstr>
      <ns1:lpstr>Calibri</ns1:lpstr>
      <ns1:lpstr>Office Theme</ns1:lpstr>
      <ns1:lpstr>Slide 1</ns1:lpstr>
      <ns1:lpstr>Slide 2</ns1:lpstr>
      <ns1:lpstr>Slide 3</ns1:lpstr>
      <ns1:lpstr>Slide 4</ns1:lpstr>
      <ns1:lpstr>Slide 5</ns1:lpstr>
      <ns1:lpstr>Slide 6</ns1:lpstr>
      <ns1:lpstr>Slide 7</ns1:lpstr>
      <ns1:lpstr>Slide 8</ns1:lpstr>
      <ns1:lpstr>Slide 9</ns1:lpstr>
      <ns1:lpstr>Slide 10</ns1:lpstr>
      <ns1:lpstr>Slide 11</ns1:lpstr>
      <ns1:lpstr>Slide 12</ns1:lpstr>
      <ns1:lpstr>Slide 13</ns1:lpstr>
      <ns1:lpstr>Slide 14</ns1:lpstr>
    </ns1:vector>
  </ns0:TitlesOfParts>
  <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Web Integral PIERI DICACIO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Open Sans
Copyright 2020 The Open Sans Project Authors (https://github.com/googlefonts/opensans)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2026-10-21T03:17:38Z</dcterms:created>
  <dcterms:modified xsi:type="dcterms:W3CDTF">2026-10-21T03:17:38Z</dcterms:modified>
</cp:coreProperties>
</file>